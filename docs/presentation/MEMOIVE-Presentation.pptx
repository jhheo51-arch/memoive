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069a8e84e74738" /><Relationship Type="http://schemas.openxmlformats.org/officeDocument/2006/relationships/extended-properties" Target="/docProps/app.xml" Id="R24540faceb8949ac" /><Relationship Type="http://schemas.openxmlformats.org/officeDocument/2006/relationships/officeDocument" Target="/ppt/presentation.xml" Id="R3d792bd7f2354858" /></Relationships>
</file>

<file path=ppt/presentation.xml><?xml version="1.0" encoding="utf-8"?>
<p:presentation xmlns:p="http://schemas.openxmlformats.org/presentationml/2006/main">
  <p:sldMasterIdLst>
    <p:sldMasterId xmlns:r="http://schemas.openxmlformats.org/officeDocument/2006/relationships" id="2147483648" r:id="R853691cbd4af4d44"/>
  </p:sldMasterIdLst>
  <p:notesMasterIdLst>
    <p:notesMasterId xmlns:r="http://schemas.openxmlformats.org/officeDocument/2006/relationships" r:id="R32fa908d408f4bc9"/>
  </p:notesMasterIdLst>
  <p:sldIdLst>
    <p:sldId xmlns:r="http://schemas.openxmlformats.org/officeDocument/2006/relationships" id="256" r:id="R4c237f2d9ac04a7c"/>
    <p:sldId xmlns:r="http://schemas.openxmlformats.org/officeDocument/2006/relationships" id="257" r:id="R4ea614e8291647e3"/>
    <p:sldId xmlns:r="http://schemas.openxmlformats.org/officeDocument/2006/relationships" id="258" r:id="Rcac125ff0d8b4faa"/>
    <p:sldId xmlns:r="http://schemas.openxmlformats.org/officeDocument/2006/relationships" id="259" r:id="Rd7fa796374df4692"/>
    <p:sldId xmlns:r="http://schemas.openxmlformats.org/officeDocument/2006/relationships" id="260" r:id="R48ac85d05d754184"/>
    <p:sldId xmlns:r="http://schemas.openxmlformats.org/officeDocument/2006/relationships" id="261" r:id="R403a719b2c6748b0"/>
    <p:sldId xmlns:r="http://schemas.openxmlformats.org/officeDocument/2006/relationships" id="262" r:id="R7784b55f52314ada"/>
    <p:sldId xmlns:r="http://schemas.openxmlformats.org/officeDocument/2006/relationships" id="263" r:id="R2829f3ebaa6b4f9c"/>
    <p:sldId xmlns:r="http://schemas.openxmlformats.org/officeDocument/2006/relationships" id="264" r:id="R6ab3d53fac314fc6"/>
    <p:sldId xmlns:r="http://schemas.openxmlformats.org/officeDocument/2006/relationships" id="265" r:id="R6da1475ba7d14186"/>
    <p:sldId xmlns:r="http://schemas.openxmlformats.org/officeDocument/2006/relationships" id="266" r:id="R5807f4239d864dea"/>
    <p:sldId xmlns:r="http://schemas.openxmlformats.org/officeDocument/2006/relationships" id="267" r:id="R4192a8182848496c"/>
    <p:sldId xmlns:r="http://schemas.openxmlformats.org/officeDocument/2006/relationships" id="268" r:id="Rc29bfedfdc4e4a60"/>
    <p:sldId xmlns:r="http://schemas.openxmlformats.org/officeDocument/2006/relationships" id="269" r:id="Rb738c833bd974e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c529cbcf304473" /><Relationship Type="http://schemas.openxmlformats.org/officeDocument/2006/relationships/slideMaster" Target="/ppt/slideMasters/slideMaster1.xml" Id="R853691cbd4af4d44" /><Relationship Type="http://schemas.openxmlformats.org/officeDocument/2006/relationships/notesMaster" Target="/ppt/notesMasters/notesMaster1.xml" Id="R32fa908d408f4bc9" /><Relationship Type="http://schemas.openxmlformats.org/officeDocument/2006/relationships/presProps" Target="/ppt/presProps.xml" Id="R93c37faf42dc4b25" /><Relationship Type="http://schemas.openxmlformats.org/officeDocument/2006/relationships/tableStyles" Target="/ppt/tableStyles.xml" Id="R3e4338fabd3c4e74" /><Relationship Type="http://schemas.openxmlformats.org/officeDocument/2006/relationships/slide" Target="/ppt/slides/slide1.xml" Id="R4c237f2d9ac04a7c" /><Relationship Type="http://schemas.openxmlformats.org/officeDocument/2006/relationships/slide" Target="/ppt/slides/slide2.xml" Id="R4ea614e8291647e3" /><Relationship Type="http://schemas.openxmlformats.org/officeDocument/2006/relationships/slide" Target="/ppt/slides/slide3.xml" Id="Rcac125ff0d8b4faa" /><Relationship Type="http://schemas.openxmlformats.org/officeDocument/2006/relationships/slide" Target="/ppt/slides/slide4.xml" Id="Rd7fa796374df4692" /><Relationship Type="http://schemas.openxmlformats.org/officeDocument/2006/relationships/slide" Target="/ppt/slides/slide5.xml" Id="R48ac85d05d754184" /><Relationship Type="http://schemas.openxmlformats.org/officeDocument/2006/relationships/slide" Target="/ppt/slides/slide6.xml" Id="R403a719b2c6748b0" /><Relationship Type="http://schemas.openxmlformats.org/officeDocument/2006/relationships/slide" Target="/ppt/slides/slide7.xml" Id="R7784b55f52314ada" /><Relationship Type="http://schemas.openxmlformats.org/officeDocument/2006/relationships/slide" Target="/ppt/slides/slide8.xml" Id="R2829f3ebaa6b4f9c" /><Relationship Type="http://schemas.openxmlformats.org/officeDocument/2006/relationships/slide" Target="/ppt/slides/slide9.xml" Id="R6ab3d53fac314fc6" /><Relationship Type="http://schemas.openxmlformats.org/officeDocument/2006/relationships/slide" Target="/ppt/slides/slide10.xml" Id="R6da1475ba7d14186" /><Relationship Type="http://schemas.openxmlformats.org/officeDocument/2006/relationships/slide" Target="/ppt/slides/slide11.xml" Id="R5807f4239d864dea" /><Relationship Type="http://schemas.openxmlformats.org/officeDocument/2006/relationships/slide" Target="/ppt/slides/slide12.xml" Id="R4192a8182848496c" /><Relationship Type="http://schemas.openxmlformats.org/officeDocument/2006/relationships/slide" Target="/ppt/slides/slide13.xml" Id="Rc29bfedfdc4e4a60" /><Relationship Type="http://schemas.openxmlformats.org/officeDocument/2006/relationships/slide" Target="/ppt/slides/slide14.xml" Id="Rb738c833bd974e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8b78dd39014b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6cb6a450c24c50" /><Relationship Type="http://schemas.openxmlformats.org/officeDocument/2006/relationships/notesMaster" Target="/ppt/notesMasters/notesMaster1.xml" Id="R3274611edb0949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c48073e7bf4361" /><Relationship Type="http://schemas.openxmlformats.org/officeDocument/2006/relationships/notesMaster" Target="/ppt/notesMasters/notesMaster1.xml" Id="R8b4c9e209d0b41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12cd74c6e84fd8" /><Relationship Type="http://schemas.openxmlformats.org/officeDocument/2006/relationships/notesMaster" Target="/ppt/notesMasters/notesMaster1.xml" Id="R2703662bc6904e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803284b2984550" /><Relationship Type="http://schemas.openxmlformats.org/officeDocument/2006/relationships/notesMaster" Target="/ppt/notesMasters/notesMaster1.xml" Id="Rb47cf78d4cad44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6979ec14aa47f7" /><Relationship Type="http://schemas.openxmlformats.org/officeDocument/2006/relationships/notesMaster" Target="/ppt/notesMasters/notesMaster1.xml" Id="R990db4d53e3b4c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422927abaf4eaf" /><Relationship Type="http://schemas.openxmlformats.org/officeDocument/2006/relationships/notesMaster" Target="/ppt/notesMasters/notesMaster1.xml" Id="R1a41fe8ad3184e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5cd9b50b5e4def" /><Relationship Type="http://schemas.openxmlformats.org/officeDocument/2006/relationships/notesMaster" Target="/ppt/notesMasters/notesMaster1.xml" Id="R3662b9692ca341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c78bf95731408c" /><Relationship Type="http://schemas.openxmlformats.org/officeDocument/2006/relationships/notesMaster" Target="/ppt/notesMasters/notesMaster1.xml" Id="Rb31e388a133b45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fa052e2e0c48b5" /><Relationship Type="http://schemas.openxmlformats.org/officeDocument/2006/relationships/notesMaster" Target="/ppt/notesMasters/notesMaster1.xml" Id="R2e0264a7b0874e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840913cd78454a" /><Relationship Type="http://schemas.openxmlformats.org/officeDocument/2006/relationships/notesMaster" Target="/ppt/notesMasters/notesMaster1.xml" Id="R31777518d4cf46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f7cea3e4a9456a" /><Relationship Type="http://schemas.openxmlformats.org/officeDocument/2006/relationships/notesMaster" Target="/ppt/notesMasters/notesMaster1.xml" Id="R4dc759a22e4a40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b647f115594654" /><Relationship Type="http://schemas.openxmlformats.org/officeDocument/2006/relationships/notesMaster" Target="/ppt/notesMasters/notesMaster1.xml" Id="R2554fae48e0e44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b8bcbd9b5c48f6" /><Relationship Type="http://schemas.openxmlformats.org/officeDocument/2006/relationships/notesMaster" Target="/ppt/notesMasters/notesMaster1.xml" Id="R4a40611a301b4e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c9c95f1fd448e6" /><Relationship Type="http://schemas.openxmlformats.org/officeDocument/2006/relationships/notesMaster" Target="/ppt/notesMasters/notesMaster1.xml" Id="R4cb945b08d2949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15초</a:t>
            </a:r>
          </a:p>
          <a:p xmlns:a="http://schemas.openxmlformats.org/drawingml/2006/main">
            <a:r>
              <a:t>안녕하세요. 메모이브는 Memo와 Alive를 합친 이름으로, 흩어진 자료와 생각을 다시 살아 움직이는 기록으로 만든다는 뜻입니다. 저장한 기록이 다음 글과 기획으로 이어지도록 만들었습니다.</a:t>
            </a:r>
          </a:p>
          <a:p xmlns:a="http://schemas.openxmlformats.org/drawingml/2006/main">
            <a:r>
              <a:t/>
            </a:r>
          </a:p>
          <a:p xmlns:a="http://schemas.openxmlformats.org/drawingml/2006/main">
            <a:r>
              <a:t>진행 메모: 첫 문장 뒤에 잠시 멈춘 다음 서비스 이름을 말합니다.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25초</a:t>
            </a:r>
          </a:p>
          <a:p xmlns:a="http://schemas.openxmlformats.org/drawingml/2006/main">
            <a:r>
              <a:t>저도 기사와 영상을 많이 저장했지만, 며칠 뒤 글을 쓸 때는 원문을 다시 찾고 저장 이유를 떠올린 뒤 AI에게 맥락을 처음부터 설명했습니다. 자료는 남았지만 생각의 맥락은 남지 않았습니다. 그래서 저장 자체보다 다시 쓰는 순간의 반복 노동을 문제로 정의했습니다.</a:t>
            </a:r>
          </a:p>
          <a:p xmlns:a="http://schemas.openxmlformats.org/drawingml/2006/main">
            <a:r>
              <a:t/>
            </a:r>
          </a:p>
          <a:p xmlns:a="http://schemas.openxmlformats.org/drawingml/2006/main">
            <a:r>
              <a:t>진행 메모: 마지막 문장의 '반복 노동'을 또렷하게 말합니다.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25초</a:t>
            </a:r>
          </a:p>
          <a:p xmlns:a="http://schemas.openxmlformats.org/drawingml/2006/main">
            <a:r>
              <a:t>생성형 AI는 지금 받은 질문에 답하고, 일반적인 자료 보관 도구는 저장과 검색을 돕습니다. 메모이브는 원문과 저장 이유, 내 생각, 작성 중인 결과물을 연결해 다음 작업에서 같은 설명을 반복하지 않게 설계했습니다. 더 우수하다고 주장하기보다, 맥락 재사용이라는 다른 역할이 실제로 유용한지 검증하려는 단계입니다.</a:t>
            </a:r>
          </a:p>
          <a:p xmlns:a="http://schemas.openxmlformats.org/drawingml/2006/main">
            <a:r>
              <a:t/>
            </a:r>
          </a:p>
          <a:p xmlns:a="http://schemas.openxmlformats.org/drawingml/2006/main">
            <a:r>
              <a:t>진행 메모: 비교 우위가 아니라 역할의 차이를 설명합니다.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20초</a:t>
            </a:r>
          </a:p>
          <a:p xmlns:a="http://schemas.openxmlformats.org/drawingml/2006/main">
            <a:r>
              <a:t>처음에는 저 자신을 첫 사용자로 삼았습니다. 제품과 브랜드 사례를 모아 글이나 기획안을 만드는 과정에서 반복되는 수고를 관찰했습니다. 다만 개인 경험이 곧 시장의 문제는 아니므로, 외부 사용자 검증은 별도의 다음 단계로 남겼습니다.</a:t>
            </a:r>
          </a:p>
          <a:p xmlns:a="http://schemas.openxmlformats.org/drawingml/2006/main">
            <a:r>
              <a:t/>
            </a:r>
          </a:p>
          <a:p xmlns:a="http://schemas.openxmlformats.org/drawingml/2006/main">
            <a:r>
              <a:t>진행 메모: 개인 경험과 외부 수요를 구분합니다.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25초</a:t>
            </a:r>
          </a:p>
          <a:p xmlns:a="http://schemas.openxmlformats.org/drawingml/2006/main">
            <a:r>
              <a:t>흐름은 기록, 원문 확보, 근거 정리, 내 생각, 결과물의 다섯 단계입니다. AI는 원문을 요약하고 근거와 한계를 정리하지만, 사용자의 경험을 대신 만들지는 않습니다. 사용자는 원문을 확인하고 자기 생각을 남긴 뒤, 그 기록을 글의 출발점으로 선택합니다.</a:t>
            </a:r>
          </a:p>
          <a:p xmlns:a="http://schemas.openxmlformats.org/drawingml/2006/main">
            <a:r>
              <a:t/>
            </a:r>
          </a:p>
          <a:p xmlns:a="http://schemas.openxmlformats.org/drawingml/2006/main">
            <a:r>
              <a:t>진행 메모: AI와 사용자가 각각 맡는 단계를 나누어 설명합니다.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25초</a:t>
            </a:r>
          </a:p>
          <a:p xmlns:a="http://schemas.openxmlformats.org/drawingml/2006/main">
            <a:r>
              <a:t>영상 주소를 넣으면 화면 전체를 이해했다고 가정하지 않고 공개 자막을 먼저 가져옵니다. 한화 불꽃축제 영상에서는 자막 2만 1,964자를 분석 자료로 확보했습니다. 자막이 없거나 읽기에 실패하면 사용자가 직접 스크립트를 넣을 수 있게 해, 실패를 숨기지 않았습니다.</a:t>
            </a:r>
          </a:p>
          <a:p xmlns:a="http://schemas.openxmlformats.org/drawingml/2006/main">
            <a:r>
              <a:t/>
            </a:r>
          </a:p>
          <a:p xmlns:a="http://schemas.openxmlformats.org/drawingml/2006/main">
            <a:r>
              <a:t>진행 메모: 입력 화면과 저장된 영상 기록을 차례로 가리킵니다.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25초</a:t>
            </a:r>
          </a:p>
          <a:p xmlns:a="http://schemas.openxmlformats.org/drawingml/2006/main">
            <a:r>
              <a:t>AI 결과는 자료 정보, 핵심 요약, 주요 근거, 해석과 한계, 나에게 남길 질문, 다시 쓸 방법 순서로 정리됩니다. 핵심은 사실과 작성자의 주장, AI 해석, 새 창작 제안을 한 덩어리로 섞지 않는 것입니다. 근거 위치를 보여 주되, 외부 사실 검증까지 끝났다고 표현하지 않습니다.</a:t>
            </a:r>
          </a:p>
          <a:p xmlns:a="http://schemas.openxmlformats.org/drawingml/2006/main">
            <a:r>
              <a:t/>
            </a:r>
          </a:p>
          <a:p xmlns:a="http://schemas.openxmlformats.org/drawingml/2006/main">
            <a:r>
              <a:t>진행 메모: AI 정리와 사용자 생각이 다른 영역이라는 점을 보여줍니다.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25초</a:t>
            </a:r>
          </a:p>
          <a:p xmlns:a="http://schemas.openxmlformats.org/drawingml/2006/main">
            <a:r>
              <a:t>결과물 만들기를 누르면 저장한 생각과 다시 쓸 방법이 편집 가능한 초안으로 이어집니다. 기본 초안은 외부 AI를 기다리지 않고 바로 만들며, 표현 제안은 사용자가 원할 때만 요청합니다. AI가 실패해도 작성과 저장이 멈추지 않고, AI 제안이 사용자의 글을 자동으로 덮어쓰지 않게 했습니다.</a:t>
            </a:r>
          </a:p>
          <a:p xmlns:a="http://schemas.openxmlformats.org/drawingml/2006/main">
            <a:r>
              <a:t/>
            </a:r>
          </a:p>
          <a:p xmlns:a="http://schemas.openxmlformats.org/drawingml/2006/main">
            <a:r>
              <a:t>진행 메모: 설명 후 1분 13초 시연 영상을 재생합니다. AI 없이 직접 창작하는 방식과 선택적 AI 표현 제안을 함께 보여줍니다.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30초</a:t>
            </a:r>
          </a:p>
          <a:p xmlns:a="http://schemas.openxmlformats.org/drawingml/2006/main">
            <a:r>
              <a:t>다음 검증에서는 만족도를 먼저 묻기보다 실제 행동을 보겠습니다. 먼저 3명이 어디에서 막히는지 관찰해 한 가지를 개선합니다. 이후 5명 중 4명 이상이 도움 없이 기록 찾기, 원문과 의견 구분, 수정본 다시 열기를 모두 완료하면 다음 단계로 진행합니다. 완료 여부와 시간도 함께 기록하겠습니다.</a:t>
            </a:r>
          </a:p>
          <a:p xmlns:a="http://schemas.openxmlformats.org/drawingml/2006/main">
            <a:r>
              <a:t/>
            </a:r>
          </a:p>
          <a:p xmlns:a="http://schemas.openxmlformats.org/drawingml/2006/main">
            <a:r>
              <a:t>진행 메모: 3명 탐색과 5명 본 시험의 역할을 나눠 설명합니다.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25초</a:t>
            </a:r>
          </a:p>
          <a:p xmlns:a="http://schemas.openxmlformats.org/drawingml/2006/main">
            <a:r>
              <a:t>화면과 기록 API는 Vercel에 두고, 기록과 결과물은 Supabase에 저장했습니다. Gemini 요청은 Cloudflare Worker를 거쳐 비밀 인증값이 브라우저와 공개 코드에 노출되지 않게 했습니다. 다만 현재 접근 경계는 개인 연결 링크입니다. 정식 로그인과 여러 사용자 권한 관리는 아직 구현하지 않았습니다.</a:t>
            </a:r>
          </a:p>
          <a:p xmlns:a="http://schemas.openxmlformats.org/drawingml/2006/main">
            <a:r>
              <a:t/>
            </a:r>
          </a:p>
          <a:p xmlns:a="http://schemas.openxmlformats.org/drawingml/2006/main">
            <a:r>
              <a:t>진행 메모: 저장 위치뿐 아니라 현재 접근 방식의 한계도 함께 설명합니다.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35초</a:t>
            </a:r>
          </a:p>
          <a:p xmlns:a="http://schemas.openxmlformats.org/drawingml/2006/main">
            <a:r>
              <a:t>직접 사용하면서 기능 수보다 흐름을 막는 문제를 먼저 고쳤습니다. 영상 페이지를 본문으로 잘못 읽는 문제는 공개 자막 우선 방식으로 바꿨습니다. 기기마다 기록이 달랐던 문제는 Supabase 동기화로 해결했습니다. 긴 PDF가 중간에 끊기는 문제는 화면과 서버의 입력 상한을 맞춰 2만 8,204자 자료가 처리되는 것을 확인했습니다.</a:t>
            </a:r>
          </a:p>
          <a:p xmlns:a="http://schemas.openxmlformats.org/drawingml/2006/main">
            <a:r>
              <a:t/>
            </a:r>
          </a:p>
          <a:p xmlns:a="http://schemas.openxmlformats.org/drawingml/2006/main">
            <a:r>
              <a:t>진행 메모: 문제, 선택한 대응, 확인 근거를 한 줄씩 연결합니다.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30초</a:t>
            </a:r>
          </a:p>
          <a:p xmlns:a="http://schemas.openxmlformats.org/drawingml/2006/main">
            <a:r>
              <a:t>현재 확인한 사실은 제가 기록 13개와 결과물 2개를 만들고 다시 불러왔다는 것입니다. 개인적으로는 정리 시간이 줄고, 자료를 다시 쓰기가 편해졌으며, 질문과 다시 쓸 방법 덕분에 생각을 여러 방향으로 이어갈 수 있었습니다. 하지만 이것은 한 사람의 체감입니다. 외부 사용자 효과나 시간 절감 수치로 확대해 말하지 않겠습니다.</a:t>
            </a:r>
          </a:p>
          <a:p xmlns:a="http://schemas.openxmlformats.org/drawingml/2006/main">
            <a:r>
              <a:t/>
            </a:r>
          </a:p>
          <a:p xmlns:a="http://schemas.openxmlformats.org/drawingml/2006/main">
            <a:r>
              <a:t>진행 메모: 구현 사실, 개인 체감, 외부 사용자 검증을 구분합니다.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30초</a:t>
            </a:r>
          </a:p>
          <a:p xmlns:a="http://schemas.openxmlformats.org/drawingml/2006/main">
            <a:r>
              <a:t>이 프로젝트에서 세 가지를 배웠습니다. 좋은 AI 답변만으로는 다시 쓰게 만드는 흐름이 완성되지 않았습니다. 새 기능보다 저장 실패와 충돌, 복구 같은 신뢰 문제가 먼저였습니다. 마지막으로 데이터가 존재한다는 사실과 사용자의 문제가 해결됐다는 주장은 반드시 구분해야 했습니다.</a:t>
            </a:r>
          </a:p>
          <a:p xmlns:a="http://schemas.openxmlformats.org/drawingml/2006/main">
            <a:r>
              <a:t/>
            </a:r>
          </a:p>
          <a:p xmlns:a="http://schemas.openxmlformats.org/drawingml/2006/main">
            <a:r>
              <a:t>진행 메모: 기능, 신뢰, 증거 해석에서 배운 점을 본인의 말로 설명합니다.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20초</a:t>
            </a:r>
          </a:p>
          <a:p xmlns:a="http://schemas.openxmlformats.org/drawingml/2006/main">
            <a:r>
              <a:t>메모이브는 memoive.vercel.app에서 확인할 수 있습니다. 지금까지는 제가 반복해서 쓸 수 있는 흐름을 만들고 운영 화면에서 확인했습니다. 다음 단계에서는 다른 사람에게도 정리 시간이 줄고 생각의 확장이 이어지는지 행동과 시간으로 검증하겠습니다. 감사합니다.</a:t>
            </a:r>
          </a:p>
          <a:p xmlns:a="http://schemas.openxmlformats.org/drawingml/2006/main">
            <a:r>
              <a:t/>
            </a:r>
          </a:p>
          <a:p xmlns:a="http://schemas.openxmlformats.org/drawingml/2006/main">
            <a:r>
              <a:t>진행 메모: 시연을 마친 뒤 이 슬라이드로 돌아와 결론을 말합니다.</a:t>
            </a:r>
          </a:p>
          <a:p xmlns:a="http://schemas.openxmlformats.org/drawingml/2006/main">
            <a:r>
              <a:t/>
            </a:r>
          </a:p>
          <a:p xmlns:a="http://schemas.openxmlformats.org/drawingml/2006/main">
            <a:r>
              <a:t>근거: MEMOIVE 운영 코드와 2026-10-07~08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24375f549e4e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8606a758f14a3d" /><Relationship Type="http://schemas.openxmlformats.org/officeDocument/2006/relationships/slideLayout" Target="/ppt/slideLayouts/slideLayout1.xml" Id="R593f9560da4540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3f9560da4540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ea6cfb75ae4862" /><Relationship Type="http://schemas.openxmlformats.org/officeDocument/2006/relationships/notesSlide" Target="/ppt/notesSlides/notesSlide1.xml" Id="Rf6bfd918513f44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84a7ae7a63465f" /><Relationship Type="http://schemas.openxmlformats.org/officeDocument/2006/relationships/notesSlide" Target="/ppt/notesSlides/notesSlide2.xml" Id="Rb0d0c8bb381043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a9c9b18e2b47ab" /><Relationship Type="http://schemas.openxmlformats.org/officeDocument/2006/relationships/notesSlide" Target="/ppt/notesSlides/notesSlide3.xml" Id="Rf18bf3ce55384f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17629f44fd4a6d" /><Relationship Type="http://schemas.openxmlformats.org/officeDocument/2006/relationships/notesSlide" Target="/ppt/notesSlides/notesSlide4.xml" Id="R6ba3758f5f9542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86a8ddafe7440b" /><Relationship Type="http://schemas.openxmlformats.org/officeDocument/2006/relationships/notesSlide" Target="/ppt/notesSlides/notesSlide5.xml" Id="Redf21d2a896344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1e2199e8204388" /><Relationship Type="http://schemas.openxmlformats.org/officeDocument/2006/relationships/image" Target="/ppt/media/image.jpeg" Id="R6db41761156b483c" /><Relationship Type="http://schemas.openxmlformats.org/officeDocument/2006/relationships/image" Target="/ppt/media/image2.jpeg" Id="R15cdb659feea47fa" /><Relationship Type="http://schemas.openxmlformats.org/officeDocument/2006/relationships/notesSlide" Target="/ppt/notesSlides/notesSlide6.xml" Id="R115527d1ac3641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b3ba0d16c547dc" /><Relationship Type="http://schemas.openxmlformats.org/officeDocument/2006/relationships/image" Target="/ppt/media/image3.jpeg" Id="R810f4bb7a0704488" /><Relationship Type="http://schemas.openxmlformats.org/officeDocument/2006/relationships/image" Target="/ppt/media/image4.jpeg" Id="Rba753095b95f4834" /><Relationship Type="http://schemas.openxmlformats.org/officeDocument/2006/relationships/notesSlide" Target="/ppt/notesSlides/notesSlide7.xml" Id="R9aca27a2fcf147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8d9d5f3e6a43b8" /><Relationship Type="http://schemas.openxmlformats.org/officeDocument/2006/relationships/image" Target="/ppt/media/image5.jpeg" Id="R0cdf53d7dcf443ed" /><Relationship Type="http://schemas.openxmlformats.org/officeDocument/2006/relationships/image" Target="/ppt/media/image6.jpeg" Id="R2a8cc023249a4fac" /><Relationship Type="http://schemas.openxmlformats.org/officeDocument/2006/relationships/notesSlide" Target="/ppt/notesSlides/notesSlide8.xml" Id="R8ae0681db9eb42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1f7f2f784a454a" /><Relationship Type="http://schemas.openxmlformats.org/officeDocument/2006/relationships/notesSlide" Target="/ppt/notesSlides/notesSlide9.xml" Id="R411a44e6d35c4d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fb5d8ee1eb449d" /><Relationship Type="http://schemas.openxmlformats.org/officeDocument/2006/relationships/notesSlide" Target="/ppt/notesSlides/notesSlide10.xml" Id="Rf50d1fedf4c64d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1350a42d69d4ef3" /><Relationship Type="http://schemas.openxmlformats.org/officeDocument/2006/relationships/notesSlide" Target="/ppt/notesSlides/notesSlide11.xml" Id="R6bd66cebd85e4a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1118b0e87d24a0b" /><Relationship Type="http://schemas.openxmlformats.org/officeDocument/2006/relationships/notesSlide" Target="/ppt/notesSlides/notesSlide12.xml" Id="R4748c5da2a6641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15a67be354949cd" /><Relationship Type="http://schemas.openxmlformats.org/officeDocument/2006/relationships/notesSlide" Target="/ppt/notesSlides/notesSlide13.xml" Id="R6f7ad01170f845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8781e8953344b2" /><Relationship Type="http://schemas.openxmlformats.org/officeDocument/2006/relationships/notesSlide" Target="/ppt/notesSlides/notesSlide14.xml" Id="R94f741bac8e04c64" /></Relationships>
</file>

<file path=ppt/slides/slide1.xml><?xml version="1.0" encoding="utf-8"?>
<p:sld xmlns:p="http://schemas.openxmlformats.org/presentationml/2006/main">
  <p:cSld>
    <p:bg>
      <p:bgPr>
        <a:solidFill xmlns:a="http://schemas.openxmlformats.org/drawingml/2006/main">
          <a:srgbClr val="2C1D1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CD7423-B97B-4AD0-85FA-A745126BFFA4}"/>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E8D9CB"/>
                </a:solidFill>
                <a:latin typeface="Noto Sans KR"/>
                <a:ea typeface="Noto Sans KR"/>
                <a:cs typeface="Noto Sans KR"/>
              </a:defRPr>
            </a:pPr>
            <a:r>
              <a:rPr sz="1200" b="0">
                <a:solidFill>
                  <a:srgbClr val="E8D9CB"/>
                </a:solidFill>
                <a:latin typeface="Noto Sans KR"/>
                <a:ea typeface="Noto Sans KR"/>
                <a:cs typeface="Noto Sans KR"/>
              </a:rPr>
              <a:t>01</a:t>
            </a:r>
          </a:p>
        </p:txBody>
      </p:sp>
      <p:sp>
        <p:nvSpPr>
          <p:cNvPr id="2" name="">
            <a:extLst xmlns:a="http://schemas.openxmlformats.org/drawingml/2006/main">
              <a:ext uri="{FF2B5EF4-FFF2-40B4-BE49-F238E27FC236}">
                <a16:creationId xmlns:a16="http://schemas.microsoft.com/office/drawing/2014/main" id="{8469375B-DD6A-44A5-8107-F393CFC68E29}"/>
              </a:ext>
            </a:extLst>
          </p:cNvPr>
          <p:cNvSpPr>
            <a:spLocks xmlns:a="http://schemas.openxmlformats.org/drawingml/2006/main" noGrp="1"/>
          </p:cNvSpPr>
          <p:nvPr/>
        </p:nvSpPr>
        <p:spPr>
          <a:xfrm xmlns:a="http://schemas.openxmlformats.org/drawingml/2006/main">
            <a:off x="628650" y="571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E8D9CB"/>
                </a:solidFill>
                <a:latin typeface="Noto Sans KR"/>
                <a:ea typeface="Noto Sans KR"/>
                <a:cs typeface="Noto Sans KR"/>
              </a:defRPr>
            </a:pPr>
            <a:r>
              <a:rPr sz="1500" b="1">
                <a:solidFill>
                  <a:srgbClr val="E8D9CB"/>
                </a:solidFill>
                <a:latin typeface="Noto Sans KR"/>
                <a:ea typeface="Noto Sans KR"/>
                <a:cs typeface="Noto Sans KR"/>
              </a:rPr>
              <a:t>Agentic AI Fundamentals 프로젝트 발표</a:t>
            </a:r>
          </a:p>
        </p:txBody>
      </p:sp>
      <p:sp>
        <p:nvSpPr>
          <p:cNvPr id="3" name="">
            <a:extLst xmlns:a="http://schemas.openxmlformats.org/drawingml/2006/main">
              <a:ext uri="{FF2B5EF4-FFF2-40B4-BE49-F238E27FC236}">
                <a16:creationId xmlns:a16="http://schemas.microsoft.com/office/drawing/2014/main" id="{328CB4A4-CADD-43B0-AD29-E72ACDA4CB10}"/>
              </a:ext>
            </a:extLst>
          </p:cNvPr>
          <p:cNvSpPr>
            <a:spLocks xmlns:a="http://schemas.openxmlformats.org/drawingml/2006/main" noGrp="1"/>
          </p:cNvSpPr>
          <p:nvPr/>
        </p:nvSpPr>
        <p:spPr>
          <a:xfrm xmlns:a="http://schemas.openxmlformats.org/drawingml/2006/main">
            <a:off x="609600" y="10668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450" b="1">
                <a:solidFill>
                  <a:srgbClr val="F7F2EA"/>
                </a:solidFill>
                <a:latin typeface="Noto Sans KR"/>
                <a:ea typeface="Noto Sans KR"/>
                <a:cs typeface="Noto Sans KR"/>
              </a:defRPr>
            </a:pPr>
            <a:r>
              <a:rPr sz="6450" b="1">
                <a:solidFill>
                  <a:srgbClr val="F7F2EA"/>
                </a:solidFill>
                <a:latin typeface="Noto Sans KR"/>
                <a:ea typeface="Noto Sans KR"/>
                <a:cs typeface="Noto Sans KR"/>
              </a:rPr>
              <a:t>MEMOIVE</a:t>
            </a:r>
          </a:p>
        </p:txBody>
      </p:sp>
      <p:sp>
        <p:nvSpPr>
          <p:cNvPr id="4" name="">
            <a:extLst xmlns:a="http://schemas.openxmlformats.org/drawingml/2006/main">
              <a:ext uri="{FF2B5EF4-FFF2-40B4-BE49-F238E27FC236}">
                <a16:creationId xmlns:a16="http://schemas.microsoft.com/office/drawing/2014/main" id="{53EA3D75-EDA4-4DF5-8722-DA070879DCDE}"/>
              </a:ext>
            </a:extLst>
          </p:cNvPr>
          <p:cNvSpPr>
            <a:spLocks xmlns:a="http://schemas.openxmlformats.org/drawingml/2006/main" noGrp="1"/>
          </p:cNvSpPr>
          <p:nvPr/>
        </p:nvSpPr>
        <p:spPr>
          <a:xfrm xmlns:a="http://schemas.openxmlformats.org/drawingml/2006/main">
            <a:off x="628650" y="22098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E8D9CB"/>
                </a:solidFill>
                <a:latin typeface="Noto Sans KR"/>
                <a:ea typeface="Noto Sans KR"/>
                <a:cs typeface="Noto Sans KR"/>
              </a:defRPr>
            </a:pPr>
            <a:r>
              <a:rPr sz="2175" b="1">
                <a:solidFill>
                  <a:srgbClr val="E8D9CB"/>
                </a:solidFill>
                <a:latin typeface="Noto Sans KR"/>
                <a:ea typeface="Noto Sans KR"/>
                <a:cs typeface="Noto Sans KR"/>
              </a:rPr>
              <a:t>MEMOIVE = Memo + Alive</a:t>
            </a:r>
          </a:p>
        </p:txBody>
      </p:sp>
      <p:sp>
        <p:nvSpPr>
          <p:cNvPr id="5" name="">
            <a:extLst xmlns:a="http://schemas.openxmlformats.org/drawingml/2006/main">
              <a:ext uri="{FF2B5EF4-FFF2-40B4-BE49-F238E27FC236}">
                <a16:creationId xmlns:a16="http://schemas.microsoft.com/office/drawing/2014/main" id="{8FA62D5A-6BA0-4579-B0AE-A9EE60060172}"/>
              </a:ext>
            </a:extLst>
          </p:cNvPr>
          <p:cNvSpPr>
            <a:spLocks xmlns:a="http://schemas.openxmlformats.org/drawingml/2006/main" noGrp="1"/>
          </p:cNvSpPr>
          <p:nvPr/>
        </p:nvSpPr>
        <p:spPr>
          <a:xfrm xmlns:a="http://schemas.openxmlformats.org/drawingml/2006/main">
            <a:off x="628650" y="293370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F7F2EA"/>
                </a:solidFill>
                <a:latin typeface="Noto Sans KR"/>
                <a:ea typeface="Noto Sans KR"/>
                <a:cs typeface="Noto Sans KR"/>
              </a:defRPr>
            </a:pPr>
            <a:r>
              <a:rPr sz="3225" b="1">
                <a:solidFill>
                  <a:srgbClr val="F7F2EA"/>
                </a:solidFill>
                <a:latin typeface="Noto Sans KR"/>
                <a:ea typeface="Noto Sans KR"/>
                <a:cs typeface="Noto Sans KR"/>
              </a:rPr>
              <a:t>흩어진 자료와 생각을</a:t>
            </a:r>
          </a:p>
          <a:p xmlns:a="http://schemas.openxmlformats.org/drawingml/2006/main">
            <a:pPr algn="l">
              <a:defRPr sz="3225" b="1">
                <a:solidFill>
                  <a:srgbClr val="F7F2EA"/>
                </a:solidFill>
                <a:latin typeface="Noto Sans KR"/>
                <a:ea typeface="Noto Sans KR"/>
                <a:cs typeface="Noto Sans KR"/>
              </a:defRPr>
            </a:pPr>
            <a:r>
              <a:rPr sz="3225" b="1">
                <a:solidFill>
                  <a:srgbClr val="F7F2EA"/>
                </a:solidFill>
                <a:latin typeface="Noto Sans KR"/>
                <a:ea typeface="Noto Sans KR"/>
                <a:cs typeface="Noto Sans KR"/>
              </a:rPr>
              <a:t>다시 살아 움직이는 기록으로 만든다.</a:t>
            </a:r>
          </a:p>
        </p:txBody>
      </p:sp>
      <p:sp>
        <p:nvSpPr>
          <p:cNvPr id="6" name="">
            <a:extLst xmlns:a="http://schemas.openxmlformats.org/drawingml/2006/main">
              <a:ext uri="{FF2B5EF4-FFF2-40B4-BE49-F238E27FC236}">
                <a16:creationId xmlns:a16="http://schemas.microsoft.com/office/drawing/2014/main" id="{A8DCFACF-2D6C-4F56-9714-10AD198AB399}"/>
              </a:ext>
            </a:extLst>
          </p:cNvPr>
          <p:cNvSpPr>
            <a:spLocks xmlns:a="http://schemas.openxmlformats.org/drawingml/2006/main" noGrp="1"/>
          </p:cNvSpPr>
          <p:nvPr/>
        </p:nvSpPr>
        <p:spPr>
          <a:xfrm xmlns:a="http://schemas.openxmlformats.org/drawingml/2006/main">
            <a:off x="628650" y="4667250"/>
            <a:ext cx="7620000" cy="0"/>
          </a:xfrm>
          <a:prstGeom xmlns:a="http://schemas.openxmlformats.org/drawingml/2006/main" prst="line">
            <a:avLst/>
          </a:prstGeom>
          <a:noFill xmlns:a="http://schemas.openxmlformats.org/drawingml/2006/main"/>
          <a:ln xmlns:a="http://schemas.openxmlformats.org/drawingml/2006/main" w="28575">
            <a:solidFill>
              <a:srgbClr val="865C46"/>
            </a:solidFill>
          </a:ln>
        </p:spPr>
      </p:sp>
      <p:sp>
        <p:nvSpPr>
          <p:cNvPr id="7" name="">
            <a:extLst xmlns:a="http://schemas.openxmlformats.org/drawingml/2006/main">
              <a:ext uri="{FF2B5EF4-FFF2-40B4-BE49-F238E27FC236}">
                <a16:creationId xmlns:a16="http://schemas.microsoft.com/office/drawing/2014/main" id="{3572FA69-AAC4-40BD-BF0F-510BFFE49BA3}"/>
              </a:ext>
            </a:extLst>
          </p:cNvPr>
          <p:cNvSpPr>
            <a:spLocks xmlns:a="http://schemas.openxmlformats.org/drawingml/2006/main" noGrp="1"/>
          </p:cNvSpPr>
          <p:nvPr/>
        </p:nvSpPr>
        <p:spPr>
          <a:xfrm xmlns:a="http://schemas.openxmlformats.org/drawingml/2006/main">
            <a:off x="628650" y="50006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E8D9CB"/>
                </a:solidFill>
                <a:latin typeface="Noto Sans KR"/>
                <a:ea typeface="Noto Sans KR"/>
                <a:cs typeface="Noto Sans KR"/>
              </a:defRPr>
            </a:pPr>
            <a:r>
              <a:rPr sz="1875" b="0">
                <a:solidFill>
                  <a:srgbClr val="E8D9CB"/>
                </a:solidFill>
                <a:latin typeface="Noto Sans KR"/>
                <a:ea typeface="Noto Sans KR"/>
                <a:cs typeface="Noto Sans KR"/>
              </a:rPr>
              <a:t>문제 정의 / 구현 / 검증 / 배운 점</a:t>
            </a:r>
          </a:p>
        </p:txBody>
      </p:sp>
      <p:sp>
        <p:nvSpPr>
          <p:cNvPr id="8" name="">
            <a:extLst xmlns:a="http://schemas.openxmlformats.org/drawingml/2006/main">
              <a:ext uri="{FF2B5EF4-FFF2-40B4-BE49-F238E27FC236}">
                <a16:creationId xmlns:a16="http://schemas.microsoft.com/office/drawing/2014/main" id="{AAE35A6D-88A4-4537-8F1F-9A2BF0B1342F}"/>
              </a:ext>
            </a:extLst>
          </p:cNvPr>
          <p:cNvSpPr>
            <a:spLocks xmlns:a="http://schemas.openxmlformats.org/drawingml/2006/main" noGrp="1"/>
          </p:cNvSpPr>
          <p:nvPr/>
        </p:nvSpPr>
        <p:spPr>
          <a:xfrm xmlns:a="http://schemas.openxmlformats.org/drawingml/2006/main">
            <a:off x="628650" y="58102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E8D9CB"/>
                </a:solidFill>
                <a:latin typeface="Noto Sans KR"/>
                <a:ea typeface="Noto Sans KR"/>
                <a:cs typeface="Noto Sans KR"/>
              </a:defRPr>
            </a:pPr>
            <a:r>
              <a:rPr sz="1650" b="0">
                <a:solidFill>
                  <a:srgbClr val="E8D9CB"/>
                </a:solidFill>
                <a:latin typeface="Noto Sans KR"/>
                <a:ea typeface="Noto Sans KR"/>
                <a:cs typeface="Noto Sans KR"/>
              </a:rPr>
              <a:t>memoive.vercel.app</a:t>
            </a:r>
          </a:p>
        </p:txBody>
      </p:sp>
    </p:spTree>
    <p:extLst>
      <p:ext uri="{BB962C8B-B14F-4D97-AF65-F5344CB8AC3E}">
        <p14:creationId xmlns:p14="http://schemas.microsoft.com/office/powerpoint/2010/main" val="2113822836"/>
      </p:ext>
    </p:extLst>
  </p:cSld>
</p:sld>
</file>

<file path=ppt/slides/slide2.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23DC78D-1F62-412C-BE4C-D330E6F24666}"/>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FECA49-A710-485B-A5BC-B4312182C3AE}"/>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자료를 저장해도 다시 쓸 때 일이 반복됐다</a:t>
            </a:r>
          </a:p>
        </p:txBody>
      </p:sp>
      <p:sp>
        <p:nvSpPr>
          <p:cNvPr id="3" name="">
            <a:extLst xmlns:a="http://schemas.openxmlformats.org/drawingml/2006/main">
              <a:ext uri="{FF2B5EF4-FFF2-40B4-BE49-F238E27FC236}">
                <a16:creationId xmlns:a16="http://schemas.microsoft.com/office/drawing/2014/main" id="{7ADBE61B-3291-4EF1-8FB6-E9833FAB6FC8}"/>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2EFA10E0-7197-4ED5-8498-0EDCE096A055}"/>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02</a:t>
            </a:r>
          </a:p>
        </p:txBody>
      </p:sp>
      <p:sp>
        <p:nvSpPr>
          <p:cNvPr id="5" name="">
            <a:extLst xmlns:a="http://schemas.openxmlformats.org/drawingml/2006/main">
              <a:ext uri="{FF2B5EF4-FFF2-40B4-BE49-F238E27FC236}">
                <a16:creationId xmlns:a16="http://schemas.microsoft.com/office/drawing/2014/main" id="{3D007CDE-6061-4092-ADC1-9C4EF2EBAE18}"/>
              </a:ext>
            </a:extLst>
          </p:cNvPr>
          <p:cNvSpPr>
            <a:spLocks xmlns:a="http://schemas.openxmlformats.org/drawingml/2006/main" noGrp="1"/>
          </p:cNvSpPr>
          <p:nvPr/>
        </p:nvSpPr>
        <p:spPr>
          <a:xfrm xmlns:a="http://schemas.openxmlformats.org/drawingml/2006/main">
            <a:off x="685800" y="1714500"/>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865C46"/>
                </a:solidFill>
                <a:latin typeface="Noto Sans KR"/>
                <a:ea typeface="Noto Sans KR"/>
                <a:cs typeface="Noto Sans KR"/>
              </a:defRPr>
            </a:pPr>
            <a:r>
              <a:rPr sz="2025" b="1">
                <a:solidFill>
                  <a:srgbClr val="865C46"/>
                </a:solidFill>
                <a:latin typeface="Noto Sans KR"/>
                <a:ea typeface="Noto Sans KR"/>
                <a:cs typeface="Noto Sans KR"/>
              </a:rPr>
              <a:t>저장</a:t>
            </a:r>
          </a:p>
        </p:txBody>
      </p:sp>
      <p:sp>
        <p:nvSpPr>
          <p:cNvPr id="6" name="">
            <a:extLst xmlns:a="http://schemas.openxmlformats.org/drawingml/2006/main">
              <a:ext uri="{FF2B5EF4-FFF2-40B4-BE49-F238E27FC236}">
                <a16:creationId xmlns:a16="http://schemas.microsoft.com/office/drawing/2014/main" id="{D271B616-071F-458E-BC9A-871AEB873F25}"/>
              </a:ext>
            </a:extLst>
          </p:cNvPr>
          <p:cNvSpPr>
            <a:spLocks xmlns:a="http://schemas.openxmlformats.org/drawingml/2006/main" noGrp="1"/>
          </p:cNvSpPr>
          <p:nvPr/>
        </p:nvSpPr>
        <p:spPr>
          <a:xfrm xmlns:a="http://schemas.openxmlformats.org/drawingml/2006/main">
            <a:off x="685800" y="2276475"/>
            <a:ext cx="2286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좋은 자료를</a:t>
            </a:r>
          </a:p>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일단 남긴다</a:t>
            </a:r>
          </a:p>
        </p:txBody>
      </p:sp>
      <p:sp>
        <p:nvSpPr>
          <p:cNvPr id="7" name="">
            <a:extLst xmlns:a="http://schemas.openxmlformats.org/drawingml/2006/main">
              <a:ext uri="{FF2B5EF4-FFF2-40B4-BE49-F238E27FC236}">
                <a16:creationId xmlns:a16="http://schemas.microsoft.com/office/drawing/2014/main" id="{664353D3-FA5E-43C3-A482-01CA08821EFE}"/>
              </a:ext>
            </a:extLst>
          </p:cNvPr>
          <p:cNvSpPr>
            <a:spLocks xmlns:a="http://schemas.openxmlformats.org/drawingml/2006/main" noGrp="1"/>
          </p:cNvSpPr>
          <p:nvPr/>
        </p:nvSpPr>
        <p:spPr>
          <a:xfrm xmlns:a="http://schemas.openxmlformats.org/drawingml/2006/main">
            <a:off x="3486150" y="1714500"/>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865C46"/>
                </a:solidFill>
                <a:latin typeface="Noto Sans KR"/>
                <a:ea typeface="Noto Sans KR"/>
                <a:cs typeface="Noto Sans KR"/>
              </a:defRPr>
            </a:pPr>
            <a:r>
              <a:rPr sz="2025" b="1">
                <a:solidFill>
                  <a:srgbClr val="865C46"/>
                </a:solidFill>
                <a:latin typeface="Noto Sans KR"/>
                <a:ea typeface="Noto Sans KR"/>
                <a:cs typeface="Noto Sans KR"/>
              </a:rPr>
              <a:t>며칠 뒤</a:t>
            </a:r>
          </a:p>
        </p:txBody>
      </p:sp>
      <p:sp>
        <p:nvSpPr>
          <p:cNvPr id="8" name="">
            <a:extLst xmlns:a="http://schemas.openxmlformats.org/drawingml/2006/main">
              <a:ext uri="{FF2B5EF4-FFF2-40B4-BE49-F238E27FC236}">
                <a16:creationId xmlns:a16="http://schemas.microsoft.com/office/drawing/2014/main" id="{AEFF87DE-571D-4BE8-A3ED-2E2A0E160B9F}"/>
              </a:ext>
            </a:extLst>
          </p:cNvPr>
          <p:cNvSpPr>
            <a:spLocks xmlns:a="http://schemas.openxmlformats.org/drawingml/2006/main" noGrp="1"/>
          </p:cNvSpPr>
          <p:nvPr/>
        </p:nvSpPr>
        <p:spPr>
          <a:xfrm xmlns:a="http://schemas.openxmlformats.org/drawingml/2006/main">
            <a:off x="3486150" y="2276475"/>
            <a:ext cx="2286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저장 이유와</a:t>
            </a:r>
          </a:p>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맥락이 흐려진다</a:t>
            </a:r>
          </a:p>
        </p:txBody>
      </p:sp>
      <p:sp>
        <p:nvSpPr>
          <p:cNvPr id="9" name="">
            <a:extLst xmlns:a="http://schemas.openxmlformats.org/drawingml/2006/main">
              <a:ext uri="{FF2B5EF4-FFF2-40B4-BE49-F238E27FC236}">
                <a16:creationId xmlns:a16="http://schemas.microsoft.com/office/drawing/2014/main" id="{B7D9E5F4-F99A-48ED-AD5E-EE58E055D35A}"/>
              </a:ext>
            </a:extLst>
          </p:cNvPr>
          <p:cNvSpPr>
            <a:spLocks xmlns:a="http://schemas.openxmlformats.org/drawingml/2006/main" noGrp="1"/>
          </p:cNvSpPr>
          <p:nvPr/>
        </p:nvSpPr>
        <p:spPr>
          <a:xfrm xmlns:a="http://schemas.openxmlformats.org/drawingml/2006/main">
            <a:off x="6286500" y="1714500"/>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865C46"/>
                </a:solidFill>
                <a:latin typeface="Noto Sans KR"/>
                <a:ea typeface="Noto Sans KR"/>
                <a:cs typeface="Noto Sans KR"/>
              </a:defRPr>
            </a:pPr>
            <a:r>
              <a:rPr sz="2025" b="1">
                <a:solidFill>
                  <a:srgbClr val="865C46"/>
                </a:solidFill>
                <a:latin typeface="Noto Sans KR"/>
                <a:ea typeface="Noto Sans KR"/>
                <a:cs typeface="Noto Sans KR"/>
              </a:rPr>
              <a:t>다시 쓰기</a:t>
            </a:r>
          </a:p>
        </p:txBody>
      </p:sp>
      <p:sp>
        <p:nvSpPr>
          <p:cNvPr id="10" name="">
            <a:extLst xmlns:a="http://schemas.openxmlformats.org/drawingml/2006/main">
              <a:ext uri="{FF2B5EF4-FFF2-40B4-BE49-F238E27FC236}">
                <a16:creationId xmlns:a16="http://schemas.microsoft.com/office/drawing/2014/main" id="{C8CE2233-A940-442E-AB15-EA326E649477}"/>
              </a:ext>
            </a:extLst>
          </p:cNvPr>
          <p:cNvSpPr>
            <a:spLocks xmlns:a="http://schemas.openxmlformats.org/drawingml/2006/main" noGrp="1"/>
          </p:cNvSpPr>
          <p:nvPr/>
        </p:nvSpPr>
        <p:spPr>
          <a:xfrm xmlns:a="http://schemas.openxmlformats.org/drawingml/2006/main">
            <a:off x="6286500" y="2276475"/>
            <a:ext cx="2286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자료를 다시 찾고</a:t>
            </a:r>
          </a:p>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AI에 맥락을</a:t>
            </a:r>
          </a:p>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다시 설명한다</a:t>
            </a:r>
          </a:p>
        </p:txBody>
      </p:sp>
      <p:sp>
        <p:nvSpPr>
          <p:cNvPr id="11" name="">
            <a:extLst xmlns:a="http://schemas.openxmlformats.org/drawingml/2006/main">
              <a:ext uri="{FF2B5EF4-FFF2-40B4-BE49-F238E27FC236}">
                <a16:creationId xmlns:a16="http://schemas.microsoft.com/office/drawing/2014/main" id="{CFB81EF7-5A15-4759-B2C7-1A93FB4220B2}"/>
              </a:ext>
            </a:extLst>
          </p:cNvPr>
          <p:cNvSpPr>
            <a:spLocks xmlns:a="http://schemas.openxmlformats.org/drawingml/2006/main" noGrp="1"/>
          </p:cNvSpPr>
          <p:nvPr/>
        </p:nvSpPr>
        <p:spPr>
          <a:xfrm xmlns:a="http://schemas.openxmlformats.org/drawingml/2006/main">
            <a:off x="9086850" y="1714500"/>
            <a:ext cx="2419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865C46"/>
                </a:solidFill>
                <a:latin typeface="Noto Sans KR"/>
                <a:ea typeface="Noto Sans KR"/>
                <a:cs typeface="Noto Sans KR"/>
              </a:defRPr>
            </a:pPr>
            <a:r>
              <a:rPr sz="2025" b="1">
                <a:solidFill>
                  <a:srgbClr val="865C46"/>
                </a:solidFill>
                <a:latin typeface="Noto Sans KR"/>
                <a:ea typeface="Noto Sans KR"/>
                <a:cs typeface="Noto Sans KR"/>
              </a:rPr>
              <a:t>결과</a:t>
            </a:r>
          </a:p>
        </p:txBody>
      </p:sp>
      <p:sp>
        <p:nvSpPr>
          <p:cNvPr id="12" name="">
            <a:extLst xmlns:a="http://schemas.openxmlformats.org/drawingml/2006/main">
              <a:ext uri="{FF2B5EF4-FFF2-40B4-BE49-F238E27FC236}">
                <a16:creationId xmlns:a16="http://schemas.microsoft.com/office/drawing/2014/main" id="{5A5345A3-09A9-43C5-87CA-9D33CECC4DD6}"/>
              </a:ext>
            </a:extLst>
          </p:cNvPr>
          <p:cNvSpPr>
            <a:spLocks xmlns:a="http://schemas.openxmlformats.org/drawingml/2006/main" noGrp="1"/>
          </p:cNvSpPr>
          <p:nvPr/>
        </p:nvSpPr>
        <p:spPr>
          <a:xfrm xmlns:a="http://schemas.openxmlformats.org/drawingml/2006/main">
            <a:off x="9086850" y="2276475"/>
            <a:ext cx="24193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저장한 자료가</a:t>
            </a:r>
          </a:p>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결과물로</a:t>
            </a:r>
          </a:p>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이어지지 않음</a:t>
            </a:r>
          </a:p>
        </p:txBody>
      </p:sp>
      <p:sp>
        <p:nvSpPr>
          <p:cNvPr id="13" name="">
            <a:extLst xmlns:a="http://schemas.openxmlformats.org/drawingml/2006/main">
              <a:ext uri="{FF2B5EF4-FFF2-40B4-BE49-F238E27FC236}">
                <a16:creationId xmlns:a16="http://schemas.microsoft.com/office/drawing/2014/main" id="{08072128-5241-4765-8200-6193A90FFF7B}"/>
              </a:ext>
            </a:extLst>
          </p:cNvPr>
          <p:cNvSpPr>
            <a:spLocks xmlns:a="http://schemas.openxmlformats.org/drawingml/2006/main" noGrp="1"/>
          </p:cNvSpPr>
          <p:nvPr/>
        </p:nvSpPr>
        <p:spPr>
          <a:xfrm xmlns:a="http://schemas.openxmlformats.org/drawingml/2006/main">
            <a:off x="3086100" y="2447925"/>
            <a:ext cx="28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000" b="0">
                <a:solidFill>
                  <a:srgbClr val="D2C2B4"/>
                </a:solidFill>
                <a:latin typeface="Noto Sans KR"/>
                <a:ea typeface="Noto Sans KR"/>
                <a:cs typeface="Noto Sans KR"/>
              </a:defRPr>
            </a:pPr>
            <a:r>
              <a:rPr sz="3000" b="0">
                <a:solidFill>
                  <a:srgbClr val="D2C2B4"/>
                </a:solidFill>
                <a:latin typeface="Noto Sans KR"/>
                <a:ea typeface="Noto Sans KR"/>
                <a:cs typeface="Noto Sans KR"/>
              </a:rPr>
              <a:t>›</a:t>
            </a:r>
          </a:p>
        </p:txBody>
      </p:sp>
      <p:sp>
        <p:nvSpPr>
          <p:cNvPr id="14" name="">
            <a:extLst xmlns:a="http://schemas.openxmlformats.org/drawingml/2006/main">
              <a:ext uri="{FF2B5EF4-FFF2-40B4-BE49-F238E27FC236}">
                <a16:creationId xmlns:a16="http://schemas.microsoft.com/office/drawing/2014/main" id="{9F979232-139D-4300-B314-436C7C1A3D7C}"/>
              </a:ext>
            </a:extLst>
          </p:cNvPr>
          <p:cNvSpPr>
            <a:spLocks xmlns:a="http://schemas.openxmlformats.org/drawingml/2006/main" noGrp="1"/>
          </p:cNvSpPr>
          <p:nvPr/>
        </p:nvSpPr>
        <p:spPr>
          <a:xfrm xmlns:a="http://schemas.openxmlformats.org/drawingml/2006/main">
            <a:off x="5886450" y="2447925"/>
            <a:ext cx="28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000" b="0">
                <a:solidFill>
                  <a:srgbClr val="D2C2B4"/>
                </a:solidFill>
                <a:latin typeface="Noto Sans KR"/>
                <a:ea typeface="Noto Sans KR"/>
                <a:cs typeface="Noto Sans KR"/>
              </a:defRPr>
            </a:pPr>
            <a:r>
              <a:rPr sz="3000" b="0">
                <a:solidFill>
                  <a:srgbClr val="D2C2B4"/>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5D0131B7-09A1-46B5-BCA4-B3030540EBF0}"/>
              </a:ext>
            </a:extLst>
          </p:cNvPr>
          <p:cNvSpPr>
            <a:spLocks xmlns:a="http://schemas.openxmlformats.org/drawingml/2006/main" noGrp="1"/>
          </p:cNvSpPr>
          <p:nvPr/>
        </p:nvSpPr>
        <p:spPr>
          <a:xfrm xmlns:a="http://schemas.openxmlformats.org/drawingml/2006/main">
            <a:off x="8686800" y="2447925"/>
            <a:ext cx="28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000" b="0">
                <a:solidFill>
                  <a:srgbClr val="D2C2B4"/>
                </a:solidFill>
                <a:latin typeface="Noto Sans KR"/>
                <a:ea typeface="Noto Sans KR"/>
                <a:cs typeface="Noto Sans KR"/>
              </a:defRPr>
            </a:pPr>
            <a:r>
              <a:rPr sz="3000" b="0">
                <a:solidFill>
                  <a:srgbClr val="D2C2B4"/>
                </a:solidFill>
                <a:latin typeface="Noto Sans KR"/>
                <a:ea typeface="Noto Sans KR"/>
                <a:cs typeface="Noto Sans KR"/>
              </a:rPr>
              <a:t>›</a:t>
            </a:r>
          </a:p>
        </p:txBody>
      </p:sp>
      <p:sp>
        <p:nvSpPr>
          <p:cNvPr id="16" name="">
            <a:extLst xmlns:a="http://schemas.openxmlformats.org/drawingml/2006/main">
              <a:ext uri="{FF2B5EF4-FFF2-40B4-BE49-F238E27FC236}">
                <a16:creationId xmlns:a16="http://schemas.microsoft.com/office/drawing/2014/main" id="{564204B0-6FFC-468B-A9C0-7916998EA89D}"/>
              </a:ext>
            </a:extLst>
          </p:cNvPr>
          <p:cNvSpPr>
            <a:spLocks xmlns:a="http://schemas.openxmlformats.org/drawingml/2006/main" noGrp="1"/>
          </p:cNvSpPr>
          <p:nvPr/>
        </p:nvSpPr>
        <p:spPr>
          <a:xfrm xmlns:a="http://schemas.openxmlformats.org/drawingml/2006/main">
            <a:off x="685800" y="4000500"/>
            <a:ext cx="10820400" cy="1619250"/>
          </a:xfrm>
          <a:prstGeom xmlns:a="http://schemas.openxmlformats.org/drawingml/2006/main" prst="rect">
            <a:avLst/>
          </a:prstGeom>
          <a:solidFill xmlns:a="http://schemas.openxmlformats.org/drawingml/2006/main">
            <a:srgbClr val="2C1D1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91D9AF2-A6D5-469E-9A6B-F1109C5A21CF}"/>
              </a:ext>
            </a:extLst>
          </p:cNvPr>
          <p:cNvSpPr>
            <a:spLocks xmlns:a="http://schemas.openxmlformats.org/drawingml/2006/main" noGrp="1"/>
          </p:cNvSpPr>
          <p:nvPr/>
        </p:nvSpPr>
        <p:spPr>
          <a:xfrm xmlns:a="http://schemas.openxmlformats.org/drawingml/2006/main">
            <a:off x="971550" y="425767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E8D9CB"/>
                </a:solidFill>
                <a:latin typeface="Noto Sans KR"/>
                <a:ea typeface="Noto Sans KR"/>
                <a:cs typeface="Noto Sans KR"/>
              </a:defRPr>
            </a:pPr>
            <a:r>
              <a:rPr sz="1650" b="1">
                <a:solidFill>
                  <a:srgbClr val="E8D9CB"/>
                </a:solidFill>
                <a:latin typeface="Noto Sans KR"/>
                <a:ea typeface="Noto Sans KR"/>
                <a:cs typeface="Noto Sans KR"/>
              </a:rPr>
              <a:t>문제 정의</a:t>
            </a:r>
          </a:p>
        </p:txBody>
      </p:sp>
      <p:sp>
        <p:nvSpPr>
          <p:cNvPr id="18" name="">
            <a:extLst xmlns:a="http://schemas.openxmlformats.org/drawingml/2006/main">
              <a:ext uri="{FF2B5EF4-FFF2-40B4-BE49-F238E27FC236}">
                <a16:creationId xmlns:a16="http://schemas.microsoft.com/office/drawing/2014/main" id="{BCEEE817-C04D-4A99-BA83-E5C99F6A64DD}"/>
              </a:ext>
            </a:extLst>
          </p:cNvPr>
          <p:cNvSpPr>
            <a:spLocks xmlns:a="http://schemas.openxmlformats.org/drawingml/2006/main" noGrp="1"/>
          </p:cNvSpPr>
          <p:nvPr/>
        </p:nvSpPr>
        <p:spPr>
          <a:xfrm xmlns:a="http://schemas.openxmlformats.org/drawingml/2006/main">
            <a:off x="971550" y="4686300"/>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F7F2EA"/>
                </a:solidFill>
                <a:latin typeface="Noto Sans KR"/>
                <a:ea typeface="Noto Sans KR"/>
                <a:cs typeface="Noto Sans KR"/>
              </a:defRPr>
            </a:pPr>
            <a:r>
              <a:rPr sz="2250" b="1">
                <a:solidFill>
                  <a:srgbClr val="F7F2EA"/>
                </a:solidFill>
                <a:latin typeface="Noto Sans KR"/>
                <a:ea typeface="Noto Sans KR"/>
                <a:cs typeface="Noto Sans KR"/>
              </a:rPr>
              <a:t>저장한 자료와 당시의 생각이</a:t>
            </a:r>
          </a:p>
          <a:p xmlns:a="http://schemas.openxmlformats.org/drawingml/2006/main">
            <a:pPr algn="l">
              <a:defRPr sz="2250" b="1">
                <a:solidFill>
                  <a:srgbClr val="F7F2EA"/>
                </a:solidFill>
                <a:latin typeface="Noto Sans KR"/>
                <a:ea typeface="Noto Sans KR"/>
                <a:cs typeface="Noto Sans KR"/>
              </a:defRPr>
            </a:pPr>
            <a:r>
              <a:rPr sz="2250" b="1">
                <a:solidFill>
                  <a:srgbClr val="F7F2EA"/>
                </a:solidFill>
                <a:latin typeface="Noto Sans KR"/>
                <a:ea typeface="Noto Sans KR"/>
                <a:cs typeface="Noto Sans KR"/>
              </a:rPr>
              <a:t>다음 결과물로 이어지지 않았다</a:t>
            </a:r>
          </a:p>
        </p:txBody>
      </p:sp>
    </p:spTree>
    <p:extLst>
      <p:ext uri="{BB962C8B-B14F-4D97-AF65-F5344CB8AC3E}">
        <p14:creationId xmlns:p14="http://schemas.microsoft.com/office/powerpoint/2010/main" val="1013457757"/>
      </p:ext>
    </p:extLst>
  </p:cSld>
</p:sld>
</file>

<file path=ppt/slides/slide3.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DC1E92A-CE0D-4BC4-8AFE-A1289A959F99}"/>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B40D5C-5603-4ABE-9546-9B0EE45EF7E4}"/>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기존 도구 사이에서 MEMOIVE가 맡는 역할</a:t>
            </a:r>
          </a:p>
        </p:txBody>
      </p:sp>
      <p:sp>
        <p:nvSpPr>
          <p:cNvPr id="3" name="">
            <a:extLst xmlns:a="http://schemas.openxmlformats.org/drawingml/2006/main">
              <a:ext uri="{FF2B5EF4-FFF2-40B4-BE49-F238E27FC236}">
                <a16:creationId xmlns:a16="http://schemas.microsoft.com/office/drawing/2014/main" id="{8F54F162-E2CD-4D41-97B2-48579EDFD205}"/>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3754EE50-D5B7-49BB-8A93-36324397E611}"/>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03</a:t>
            </a:r>
          </a:p>
        </p:txBody>
      </p:sp>
      <p:sp>
        <p:nvSpPr>
          <p:cNvPr id="5" name="">
            <a:extLst xmlns:a="http://schemas.openxmlformats.org/drawingml/2006/main">
              <a:ext uri="{FF2B5EF4-FFF2-40B4-BE49-F238E27FC236}">
                <a16:creationId xmlns:a16="http://schemas.microsoft.com/office/drawing/2014/main" id="{84EE2D07-9C57-4A40-AAAA-EAF03DA26E5F}"/>
              </a:ext>
            </a:extLst>
          </p:cNvPr>
          <p:cNvSpPr>
            <a:spLocks xmlns:a="http://schemas.openxmlformats.org/drawingml/2006/main" noGrp="1"/>
          </p:cNvSpPr>
          <p:nvPr/>
        </p:nvSpPr>
        <p:spPr>
          <a:xfrm xmlns:a="http://schemas.openxmlformats.org/drawingml/2006/main">
            <a:off x="685800" y="15240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5F534C"/>
                </a:solidFill>
                <a:latin typeface="Noto Sans KR"/>
                <a:ea typeface="Noto Sans KR"/>
                <a:cs typeface="Noto Sans KR"/>
              </a:defRPr>
            </a:pPr>
            <a:r>
              <a:rPr sz="2175" b="1">
                <a:solidFill>
                  <a:srgbClr val="5F534C"/>
                </a:solidFill>
                <a:latin typeface="Noto Sans KR"/>
                <a:ea typeface="Noto Sans KR"/>
                <a:cs typeface="Noto Sans KR"/>
              </a:rPr>
              <a:t>생성형 AI</a:t>
            </a:r>
          </a:p>
        </p:txBody>
      </p:sp>
      <p:sp>
        <p:nvSpPr>
          <p:cNvPr id="6" name="">
            <a:extLst xmlns:a="http://schemas.openxmlformats.org/drawingml/2006/main">
              <a:ext uri="{FF2B5EF4-FFF2-40B4-BE49-F238E27FC236}">
                <a16:creationId xmlns:a16="http://schemas.microsoft.com/office/drawing/2014/main" id="{B8978A5D-DE6D-4108-ADE3-4CF8285EE407}"/>
              </a:ext>
            </a:extLst>
          </p:cNvPr>
          <p:cNvSpPr>
            <a:spLocks xmlns:a="http://schemas.openxmlformats.org/drawingml/2006/main" noGrp="1"/>
          </p:cNvSpPr>
          <p:nvPr/>
        </p:nvSpPr>
        <p:spPr>
          <a:xfrm xmlns:a="http://schemas.openxmlformats.org/drawingml/2006/main">
            <a:off x="685800" y="22383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2C1D18"/>
                </a:solidFill>
                <a:latin typeface="Noto Sans KR"/>
                <a:ea typeface="Noto Sans KR"/>
                <a:cs typeface="Noto Sans KR"/>
              </a:defRPr>
            </a:pPr>
            <a:r>
              <a:rPr sz="1950" b="1">
                <a:solidFill>
                  <a:srgbClr val="2C1D18"/>
                </a:solidFill>
                <a:latin typeface="Noto Sans KR"/>
                <a:ea typeface="Noto Sans KR"/>
                <a:cs typeface="Noto Sans KR"/>
              </a:rPr>
              <a:t>답변 생성</a:t>
            </a:r>
          </a:p>
        </p:txBody>
      </p:sp>
      <p:sp>
        <p:nvSpPr>
          <p:cNvPr id="7" name="">
            <a:extLst xmlns:a="http://schemas.openxmlformats.org/drawingml/2006/main">
              <a:ext uri="{FF2B5EF4-FFF2-40B4-BE49-F238E27FC236}">
                <a16:creationId xmlns:a16="http://schemas.microsoft.com/office/drawing/2014/main" id="{C9DD8FA0-8E5B-4A42-BE0C-4AC4F06A7B2C}"/>
              </a:ext>
            </a:extLst>
          </p:cNvPr>
          <p:cNvSpPr>
            <a:spLocks xmlns:a="http://schemas.openxmlformats.org/drawingml/2006/main" noGrp="1"/>
          </p:cNvSpPr>
          <p:nvPr/>
        </p:nvSpPr>
        <p:spPr>
          <a:xfrm xmlns:a="http://schemas.openxmlformats.org/drawingml/2006/main">
            <a:off x="685800" y="2809875"/>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F534C"/>
                </a:solidFill>
                <a:latin typeface="Noto Sans KR"/>
                <a:ea typeface="Noto Sans KR"/>
                <a:cs typeface="Noto Sans KR"/>
              </a:defRPr>
            </a:pPr>
            <a:r>
              <a:rPr sz="1800" b="0">
                <a:solidFill>
                  <a:srgbClr val="5F534C"/>
                </a:solidFill>
                <a:latin typeface="Noto Sans KR"/>
                <a:ea typeface="Noto Sans KR"/>
                <a:cs typeface="Noto Sans KR"/>
              </a:rPr>
              <a:t>다음 작업에서는 자료와</a:t>
            </a:r>
          </a:p>
          <a:p xmlns:a="http://schemas.openxmlformats.org/drawingml/2006/main">
            <a:pPr algn="l">
              <a:defRPr sz="1800" b="0">
                <a:solidFill>
                  <a:srgbClr val="5F534C"/>
                </a:solidFill>
                <a:latin typeface="Noto Sans KR"/>
                <a:ea typeface="Noto Sans KR"/>
                <a:cs typeface="Noto Sans KR"/>
              </a:defRPr>
            </a:pPr>
            <a:r>
              <a:rPr sz="1800" b="0">
                <a:solidFill>
                  <a:srgbClr val="5F534C"/>
                </a:solidFill>
                <a:latin typeface="Noto Sans KR"/>
                <a:ea typeface="Noto Sans KR"/>
                <a:cs typeface="Noto Sans KR"/>
              </a:rPr>
              <a:t>맥락을 다시 넣어야 함</a:t>
            </a:r>
          </a:p>
        </p:txBody>
      </p:sp>
      <p:sp>
        <p:nvSpPr>
          <p:cNvPr id="8" name="">
            <a:extLst xmlns:a="http://schemas.openxmlformats.org/drawingml/2006/main">
              <a:ext uri="{FF2B5EF4-FFF2-40B4-BE49-F238E27FC236}">
                <a16:creationId xmlns:a16="http://schemas.microsoft.com/office/drawing/2014/main" id="{42EAF475-50F3-40BB-8B41-3833C9A5AC41}"/>
              </a:ext>
            </a:extLst>
          </p:cNvPr>
          <p:cNvSpPr>
            <a:spLocks xmlns:a="http://schemas.openxmlformats.org/drawingml/2006/main" noGrp="1"/>
          </p:cNvSpPr>
          <p:nvPr/>
        </p:nvSpPr>
        <p:spPr>
          <a:xfrm xmlns:a="http://schemas.openxmlformats.org/drawingml/2006/main">
            <a:off x="3943350" y="1504950"/>
            <a:ext cx="0" cy="0"/>
          </a:xfrm>
          <a:prstGeom xmlns:a="http://schemas.openxmlformats.org/drawingml/2006/main" prst="line">
            <a:avLst/>
          </a:prstGeom>
          <a:noFill xmlns:a="http://schemas.openxmlformats.org/drawingml/2006/main"/>
          <a:ln xmlns:a="http://schemas.openxmlformats.org/drawingml/2006/main" w="9525">
            <a:solidFill>
              <a:srgbClr val="D2C2B4"/>
            </a:solidFill>
          </a:ln>
        </p:spPr>
      </p:sp>
      <p:sp>
        <p:nvSpPr>
          <p:cNvPr id="9" name="">
            <a:extLst xmlns:a="http://schemas.openxmlformats.org/drawingml/2006/main">
              <a:ext uri="{FF2B5EF4-FFF2-40B4-BE49-F238E27FC236}">
                <a16:creationId xmlns:a16="http://schemas.microsoft.com/office/drawing/2014/main" id="{E4077367-3CF8-4A46-8FCE-1116FBA8CC9F}"/>
              </a:ext>
            </a:extLst>
          </p:cNvPr>
          <p:cNvSpPr>
            <a:spLocks xmlns:a="http://schemas.openxmlformats.org/drawingml/2006/main" noGrp="1"/>
          </p:cNvSpPr>
          <p:nvPr/>
        </p:nvSpPr>
        <p:spPr>
          <a:xfrm xmlns:a="http://schemas.openxmlformats.org/drawingml/2006/main">
            <a:off x="4286250" y="15240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5F534C"/>
                </a:solidFill>
                <a:latin typeface="Noto Sans KR"/>
                <a:ea typeface="Noto Sans KR"/>
                <a:cs typeface="Noto Sans KR"/>
              </a:defRPr>
            </a:pPr>
            <a:r>
              <a:rPr sz="2175" b="1">
                <a:solidFill>
                  <a:srgbClr val="5F534C"/>
                </a:solidFill>
                <a:latin typeface="Noto Sans KR"/>
                <a:ea typeface="Noto Sans KR"/>
                <a:cs typeface="Noto Sans KR"/>
              </a:rPr>
              <a:t>자료 보관 도구</a:t>
            </a:r>
          </a:p>
        </p:txBody>
      </p:sp>
      <p:sp>
        <p:nvSpPr>
          <p:cNvPr id="10" name="">
            <a:extLst xmlns:a="http://schemas.openxmlformats.org/drawingml/2006/main">
              <a:ext uri="{FF2B5EF4-FFF2-40B4-BE49-F238E27FC236}">
                <a16:creationId xmlns:a16="http://schemas.microsoft.com/office/drawing/2014/main" id="{3CB4FA00-DFDC-4BC5-BD00-DF2903E2BEBF}"/>
              </a:ext>
            </a:extLst>
          </p:cNvPr>
          <p:cNvSpPr>
            <a:spLocks xmlns:a="http://schemas.openxmlformats.org/drawingml/2006/main" noGrp="1"/>
          </p:cNvSpPr>
          <p:nvPr/>
        </p:nvSpPr>
        <p:spPr>
          <a:xfrm xmlns:a="http://schemas.openxmlformats.org/drawingml/2006/main">
            <a:off x="4286250" y="22383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2C1D18"/>
                </a:solidFill>
                <a:latin typeface="Noto Sans KR"/>
                <a:ea typeface="Noto Sans KR"/>
                <a:cs typeface="Noto Sans KR"/>
              </a:defRPr>
            </a:pPr>
            <a:r>
              <a:rPr sz="1950" b="1">
                <a:solidFill>
                  <a:srgbClr val="2C1D18"/>
                </a:solidFill>
                <a:latin typeface="Noto Sans KR"/>
                <a:ea typeface="Noto Sans KR"/>
                <a:cs typeface="Noto Sans KR"/>
              </a:rPr>
              <a:t>저장과 검색</a:t>
            </a:r>
          </a:p>
        </p:txBody>
      </p:sp>
      <p:sp>
        <p:nvSpPr>
          <p:cNvPr id="11" name="">
            <a:extLst xmlns:a="http://schemas.openxmlformats.org/drawingml/2006/main">
              <a:ext uri="{FF2B5EF4-FFF2-40B4-BE49-F238E27FC236}">
                <a16:creationId xmlns:a16="http://schemas.microsoft.com/office/drawing/2014/main" id="{12AE1535-6C9F-400E-84B8-461B6254B8CD}"/>
              </a:ext>
            </a:extLst>
          </p:cNvPr>
          <p:cNvSpPr>
            <a:spLocks xmlns:a="http://schemas.openxmlformats.org/drawingml/2006/main" noGrp="1"/>
          </p:cNvSpPr>
          <p:nvPr/>
        </p:nvSpPr>
        <p:spPr>
          <a:xfrm xmlns:a="http://schemas.openxmlformats.org/drawingml/2006/main">
            <a:off x="4286250" y="2809875"/>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F534C"/>
                </a:solidFill>
                <a:latin typeface="Noto Sans KR"/>
                <a:ea typeface="Noto Sans KR"/>
                <a:cs typeface="Noto Sans KR"/>
              </a:defRPr>
            </a:pPr>
            <a:r>
              <a:rPr sz="1800" b="0">
                <a:solidFill>
                  <a:srgbClr val="5F534C"/>
                </a:solidFill>
                <a:latin typeface="Noto Sans KR"/>
                <a:ea typeface="Noto Sans KR"/>
                <a:cs typeface="Noto Sans KR"/>
              </a:rPr>
              <a:t>저장 이유와 내 생각을</a:t>
            </a:r>
          </a:p>
          <a:p xmlns:a="http://schemas.openxmlformats.org/drawingml/2006/main">
            <a:pPr algn="l">
              <a:defRPr sz="1800" b="0">
                <a:solidFill>
                  <a:srgbClr val="5F534C"/>
                </a:solidFill>
                <a:latin typeface="Noto Sans KR"/>
                <a:ea typeface="Noto Sans KR"/>
                <a:cs typeface="Noto Sans KR"/>
              </a:defRPr>
            </a:pPr>
            <a:r>
              <a:rPr sz="1800" b="0">
                <a:solidFill>
                  <a:srgbClr val="5F534C"/>
                </a:solidFill>
                <a:latin typeface="Noto Sans KR"/>
                <a:ea typeface="Noto Sans KR"/>
                <a:cs typeface="Noto Sans KR"/>
              </a:rPr>
              <a:t>초안까지 연결하는 일은 직접 구성</a:t>
            </a:r>
          </a:p>
        </p:txBody>
      </p:sp>
      <p:sp>
        <p:nvSpPr>
          <p:cNvPr id="12" name="">
            <a:extLst xmlns:a="http://schemas.openxmlformats.org/drawingml/2006/main">
              <a:ext uri="{FF2B5EF4-FFF2-40B4-BE49-F238E27FC236}">
                <a16:creationId xmlns:a16="http://schemas.microsoft.com/office/drawing/2014/main" id="{185AF6B5-469A-41F0-AB09-C866AB6359BB}"/>
              </a:ext>
            </a:extLst>
          </p:cNvPr>
          <p:cNvSpPr>
            <a:spLocks xmlns:a="http://schemas.openxmlformats.org/drawingml/2006/main" noGrp="1"/>
          </p:cNvSpPr>
          <p:nvPr/>
        </p:nvSpPr>
        <p:spPr>
          <a:xfrm xmlns:a="http://schemas.openxmlformats.org/drawingml/2006/main">
            <a:off x="7810500" y="1381125"/>
            <a:ext cx="3619500" cy="2857500"/>
          </a:xfrm>
          <a:prstGeom xmlns:a="http://schemas.openxmlformats.org/drawingml/2006/main" prst="rect">
            <a:avLst/>
          </a:prstGeom>
          <a:solidFill xmlns:a="http://schemas.openxmlformats.org/drawingml/2006/main">
            <a:srgbClr val="2C1D1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DDEDA41-782C-4CBA-B74E-8D89B6C5B93C}"/>
              </a:ext>
            </a:extLst>
          </p:cNvPr>
          <p:cNvSpPr>
            <a:spLocks xmlns:a="http://schemas.openxmlformats.org/drawingml/2006/main" noGrp="1"/>
          </p:cNvSpPr>
          <p:nvPr/>
        </p:nvSpPr>
        <p:spPr>
          <a:xfrm xmlns:a="http://schemas.openxmlformats.org/drawingml/2006/main">
            <a:off x="8096250" y="166687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E8D9CB"/>
                </a:solidFill>
                <a:latin typeface="Noto Sans KR"/>
                <a:ea typeface="Noto Sans KR"/>
                <a:cs typeface="Noto Sans KR"/>
              </a:defRPr>
            </a:pPr>
            <a:r>
              <a:rPr sz="2175" b="1">
                <a:solidFill>
                  <a:srgbClr val="E8D9CB"/>
                </a:solidFill>
                <a:latin typeface="Noto Sans KR"/>
                <a:ea typeface="Noto Sans KR"/>
                <a:cs typeface="Noto Sans KR"/>
              </a:rPr>
              <a:t>MEMOIVE</a:t>
            </a:r>
          </a:p>
        </p:txBody>
      </p:sp>
      <p:sp>
        <p:nvSpPr>
          <p:cNvPr id="14" name="">
            <a:extLst xmlns:a="http://schemas.openxmlformats.org/drawingml/2006/main">
              <a:ext uri="{FF2B5EF4-FFF2-40B4-BE49-F238E27FC236}">
                <a16:creationId xmlns:a16="http://schemas.microsoft.com/office/drawing/2014/main" id="{BBE8195D-8AA0-462D-8AB3-AF933655674E}"/>
              </a:ext>
            </a:extLst>
          </p:cNvPr>
          <p:cNvSpPr>
            <a:spLocks xmlns:a="http://schemas.openxmlformats.org/drawingml/2006/main" noGrp="1"/>
          </p:cNvSpPr>
          <p:nvPr/>
        </p:nvSpPr>
        <p:spPr>
          <a:xfrm xmlns:a="http://schemas.openxmlformats.org/drawingml/2006/main">
            <a:off x="8096250" y="2381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F7F2EA"/>
                </a:solidFill>
                <a:latin typeface="Noto Sans KR"/>
                <a:ea typeface="Noto Sans KR"/>
                <a:cs typeface="Noto Sans KR"/>
              </a:defRPr>
            </a:pPr>
            <a:r>
              <a:rPr sz="1950" b="1">
                <a:solidFill>
                  <a:srgbClr val="F7F2EA"/>
                </a:solidFill>
                <a:latin typeface="Noto Sans KR"/>
                <a:ea typeface="Noto Sans KR"/>
                <a:cs typeface="Noto Sans KR"/>
              </a:rPr>
              <a:t>맥락을 함께 보관</a:t>
            </a:r>
          </a:p>
        </p:txBody>
      </p:sp>
      <p:sp>
        <p:nvSpPr>
          <p:cNvPr id="15" name="">
            <a:extLst xmlns:a="http://schemas.openxmlformats.org/drawingml/2006/main">
              <a:ext uri="{FF2B5EF4-FFF2-40B4-BE49-F238E27FC236}">
                <a16:creationId xmlns:a16="http://schemas.microsoft.com/office/drawing/2014/main" id="{DBA98273-D14D-432C-95EC-7D903A1AB518}"/>
              </a:ext>
            </a:extLst>
          </p:cNvPr>
          <p:cNvSpPr>
            <a:spLocks xmlns:a="http://schemas.openxmlformats.org/drawingml/2006/main" noGrp="1"/>
          </p:cNvSpPr>
          <p:nvPr/>
        </p:nvSpPr>
        <p:spPr>
          <a:xfrm xmlns:a="http://schemas.openxmlformats.org/drawingml/2006/main">
            <a:off x="8096250" y="2952750"/>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E8D9CB"/>
                </a:solidFill>
                <a:latin typeface="Noto Sans KR"/>
                <a:ea typeface="Noto Sans KR"/>
                <a:cs typeface="Noto Sans KR"/>
              </a:defRPr>
            </a:pPr>
            <a:r>
              <a:rPr sz="1800" b="0">
                <a:solidFill>
                  <a:srgbClr val="E8D9CB"/>
                </a:solidFill>
                <a:latin typeface="Noto Sans KR"/>
                <a:ea typeface="Noto Sans KR"/>
                <a:cs typeface="Noto Sans KR"/>
              </a:rPr>
              <a:t>원문 · 저장 이유 · 내 생각</a:t>
            </a:r>
          </a:p>
          <a:p xmlns:a="http://schemas.openxmlformats.org/drawingml/2006/main">
            <a:pPr algn="l">
              <a:defRPr sz="1800" b="0">
                <a:solidFill>
                  <a:srgbClr val="E8D9CB"/>
                </a:solidFill>
                <a:latin typeface="Noto Sans KR"/>
                <a:ea typeface="Noto Sans KR"/>
                <a:cs typeface="Noto Sans KR"/>
              </a:defRPr>
            </a:pPr>
            <a:r>
              <a:rPr sz="1800" b="0">
                <a:solidFill>
                  <a:srgbClr val="E8D9CB"/>
                </a:solidFill>
                <a:latin typeface="Noto Sans KR"/>
                <a:ea typeface="Noto Sans KR"/>
                <a:cs typeface="Noto Sans KR"/>
              </a:rPr>
              <a:t>진행 중인 글을 한 흐름에 연결</a:t>
            </a:r>
          </a:p>
        </p:txBody>
      </p:sp>
      <p:sp>
        <p:nvSpPr>
          <p:cNvPr id="16" name="">
            <a:extLst xmlns:a="http://schemas.openxmlformats.org/drawingml/2006/main">
              <a:ext uri="{FF2B5EF4-FFF2-40B4-BE49-F238E27FC236}">
                <a16:creationId xmlns:a16="http://schemas.microsoft.com/office/drawing/2014/main" id="{3A43EBF4-B71D-436E-B303-E7D6DA252614}"/>
              </a:ext>
            </a:extLst>
          </p:cNvPr>
          <p:cNvSpPr>
            <a:spLocks xmlns:a="http://schemas.openxmlformats.org/drawingml/2006/main" noGrp="1"/>
          </p:cNvSpPr>
          <p:nvPr/>
        </p:nvSpPr>
        <p:spPr>
          <a:xfrm xmlns:a="http://schemas.openxmlformats.org/drawingml/2006/main">
            <a:off x="685800" y="495300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865C46"/>
                </a:solidFill>
                <a:latin typeface="Noto Sans KR"/>
                <a:ea typeface="Noto Sans KR"/>
                <a:cs typeface="Noto Sans KR"/>
              </a:defRPr>
            </a:pPr>
            <a:r>
              <a:rPr sz="1650" b="1">
                <a:solidFill>
                  <a:srgbClr val="865C46"/>
                </a:solidFill>
                <a:latin typeface="Noto Sans KR"/>
                <a:ea typeface="Noto Sans KR"/>
                <a:cs typeface="Noto Sans KR"/>
              </a:rPr>
              <a:t>검증할 가설</a:t>
            </a:r>
          </a:p>
        </p:txBody>
      </p:sp>
      <p:sp>
        <p:nvSpPr>
          <p:cNvPr id="17" name="">
            <a:extLst xmlns:a="http://schemas.openxmlformats.org/drawingml/2006/main">
              <a:ext uri="{FF2B5EF4-FFF2-40B4-BE49-F238E27FC236}">
                <a16:creationId xmlns:a16="http://schemas.microsoft.com/office/drawing/2014/main" id="{069DBFD2-491F-4C63-BACD-2FB48B53FEE4}"/>
              </a:ext>
            </a:extLst>
          </p:cNvPr>
          <p:cNvSpPr>
            <a:spLocks xmlns:a="http://schemas.openxmlformats.org/drawingml/2006/main" noGrp="1"/>
          </p:cNvSpPr>
          <p:nvPr/>
        </p:nvSpPr>
        <p:spPr>
          <a:xfrm xmlns:a="http://schemas.openxmlformats.org/drawingml/2006/main">
            <a:off x="685800" y="53911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2C1D18"/>
                </a:solidFill>
                <a:latin typeface="Noto Sans KR"/>
                <a:ea typeface="Noto Sans KR"/>
                <a:cs typeface="Noto Sans KR"/>
              </a:defRPr>
            </a:pPr>
            <a:r>
              <a:rPr sz="2250" b="1">
                <a:solidFill>
                  <a:srgbClr val="2C1D18"/>
                </a:solidFill>
                <a:latin typeface="Noto Sans KR"/>
                <a:ea typeface="Noto Sans KR"/>
                <a:cs typeface="Noto Sans KR"/>
              </a:rPr>
              <a:t>이 연결이 자료를 다시 찾고 설명하는 수고를 실제로 줄이는가</a:t>
            </a:r>
          </a:p>
        </p:txBody>
      </p:sp>
      <p:sp>
        <p:nvSpPr>
          <p:cNvPr id="18" name="">
            <a:extLst xmlns:a="http://schemas.openxmlformats.org/drawingml/2006/main">
              <a:ext uri="{FF2B5EF4-FFF2-40B4-BE49-F238E27FC236}">
                <a16:creationId xmlns:a16="http://schemas.microsoft.com/office/drawing/2014/main" id="{8F54E190-2E14-4C81-9FCE-8757D421E0EF}"/>
              </a:ext>
            </a:extLst>
          </p:cNvPr>
          <p:cNvSpPr>
            <a:spLocks xmlns:a="http://schemas.openxmlformats.org/drawingml/2006/main" noGrp="1"/>
          </p:cNvSpPr>
          <p:nvPr/>
        </p:nvSpPr>
        <p:spPr>
          <a:xfrm xmlns:a="http://schemas.openxmlformats.org/drawingml/2006/main">
            <a:off x="685800" y="6048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F534C"/>
                </a:solidFill>
                <a:latin typeface="Noto Sans KR"/>
                <a:ea typeface="Noto Sans KR"/>
                <a:cs typeface="Noto Sans KR"/>
              </a:defRPr>
            </a:pPr>
            <a:r>
              <a:rPr sz="1500" b="0">
                <a:solidFill>
                  <a:srgbClr val="5F534C"/>
                </a:solidFill>
                <a:latin typeface="Noto Sans KR"/>
                <a:ea typeface="Noto Sans KR"/>
                <a:cs typeface="Noto Sans KR"/>
              </a:rPr>
              <a:t>기존 도구보다 더 낫다고 확정한 것이 아니라, 다른 역할을 검증하는 단계입니다</a:t>
            </a:r>
          </a:p>
        </p:txBody>
      </p:sp>
    </p:spTree>
    <p:extLst>
      <p:ext uri="{BB962C8B-B14F-4D97-AF65-F5344CB8AC3E}">
        <p14:creationId xmlns:p14="http://schemas.microsoft.com/office/powerpoint/2010/main" val="898003431"/>
      </p:ext>
    </p:extLst>
  </p:cSld>
</p:sld>
</file>

<file path=ppt/slides/slide4.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EB2A08-789A-4CD8-887E-E292E49C371A}"/>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AF1A0F-1F2D-45A7-B02D-ABFAB7824645}"/>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초기 사용자와 가설의 출발점</a:t>
            </a:r>
          </a:p>
        </p:txBody>
      </p:sp>
      <p:sp>
        <p:nvSpPr>
          <p:cNvPr id="3" name="">
            <a:extLst xmlns:a="http://schemas.openxmlformats.org/drawingml/2006/main">
              <a:ext uri="{FF2B5EF4-FFF2-40B4-BE49-F238E27FC236}">
                <a16:creationId xmlns:a16="http://schemas.microsoft.com/office/drawing/2014/main" id="{4D467329-523F-422B-8705-F95930D9CB72}"/>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A4FE1588-DA51-4416-A9FD-BDE376776CD6}"/>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04</a:t>
            </a:r>
          </a:p>
        </p:txBody>
      </p:sp>
      <p:sp>
        <p:nvSpPr>
          <p:cNvPr id="5" name="">
            <a:extLst xmlns:a="http://schemas.openxmlformats.org/drawingml/2006/main">
              <a:ext uri="{FF2B5EF4-FFF2-40B4-BE49-F238E27FC236}">
                <a16:creationId xmlns:a16="http://schemas.microsoft.com/office/drawing/2014/main" id="{4AC01B0C-6316-4971-BDB2-FDDA58B1CEE4}"/>
              </a:ext>
            </a:extLst>
          </p:cNvPr>
          <p:cNvSpPr>
            <a:spLocks xmlns:a="http://schemas.openxmlformats.org/drawingml/2006/main" noGrp="1"/>
          </p:cNvSpPr>
          <p:nvPr/>
        </p:nvSpPr>
        <p:spPr>
          <a:xfrm xmlns:a="http://schemas.openxmlformats.org/drawingml/2006/main">
            <a:off x="723900" y="1524000"/>
            <a:ext cx="1428750" cy="342900"/>
          </a:xfrm>
          <a:prstGeom xmlns:a="http://schemas.openxmlformats.org/drawingml/2006/main" prst="rect">
            <a:avLst/>
          </a:prstGeom>
          <a:solidFill xmlns:a="http://schemas.openxmlformats.org/drawingml/2006/main">
            <a:srgbClr val="E8D9C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6B9F1B1-7CB1-43C6-8D14-8DD6F04005DF}"/>
              </a:ext>
            </a:extLst>
          </p:cNvPr>
          <p:cNvSpPr>
            <a:spLocks xmlns:a="http://schemas.openxmlformats.org/drawingml/2006/main" noGrp="1"/>
          </p:cNvSpPr>
          <p:nvPr/>
        </p:nvSpPr>
        <p:spPr>
          <a:xfrm xmlns:a="http://schemas.openxmlformats.org/drawingml/2006/main">
            <a:off x="838200" y="1571625"/>
            <a:ext cx="1200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865C46"/>
                </a:solidFill>
                <a:latin typeface="Noto Sans KR"/>
                <a:ea typeface="Noto Sans KR"/>
                <a:cs typeface="Noto Sans KR"/>
              </a:defRPr>
            </a:pPr>
            <a:r>
              <a:rPr sz="1350" b="1">
                <a:solidFill>
                  <a:srgbClr val="865C46"/>
                </a:solidFill>
                <a:latin typeface="Noto Sans KR"/>
                <a:ea typeface="Noto Sans KR"/>
                <a:cs typeface="Noto Sans KR"/>
              </a:rPr>
              <a:t>초기 대상</a:t>
            </a:r>
          </a:p>
        </p:txBody>
      </p:sp>
      <p:sp>
        <p:nvSpPr>
          <p:cNvPr id="7" name="">
            <a:extLst xmlns:a="http://schemas.openxmlformats.org/drawingml/2006/main">
              <a:ext uri="{FF2B5EF4-FFF2-40B4-BE49-F238E27FC236}">
                <a16:creationId xmlns:a16="http://schemas.microsoft.com/office/drawing/2014/main" id="{0F92698D-D858-45D6-82E5-87D3C890D5F3}"/>
              </a:ext>
            </a:extLst>
          </p:cNvPr>
          <p:cNvSpPr>
            <a:spLocks xmlns:a="http://schemas.openxmlformats.org/drawingml/2006/main" noGrp="1"/>
          </p:cNvSpPr>
          <p:nvPr/>
        </p:nvSpPr>
        <p:spPr>
          <a:xfrm xmlns:a="http://schemas.openxmlformats.org/drawingml/2006/main">
            <a:off x="723900" y="207645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75" b="1">
                <a:solidFill>
                  <a:srgbClr val="2C1D18"/>
                </a:solidFill>
                <a:latin typeface="Noto Sans KR"/>
                <a:ea typeface="Noto Sans KR"/>
                <a:cs typeface="Noto Sans KR"/>
              </a:defRPr>
            </a:pPr>
            <a:r>
              <a:rPr sz="2775" b="1">
                <a:solidFill>
                  <a:srgbClr val="2C1D18"/>
                </a:solidFill>
                <a:latin typeface="Noto Sans KR"/>
                <a:ea typeface="Noto Sans KR"/>
                <a:cs typeface="Noto Sans KR"/>
              </a:rPr>
              <a:t>제품·브랜드 사례를 읽고</a:t>
            </a:r>
          </a:p>
          <a:p xmlns:a="http://schemas.openxmlformats.org/drawingml/2006/main">
            <a:pPr algn="l">
              <a:defRPr sz="2775" b="1">
                <a:solidFill>
                  <a:srgbClr val="2C1D18"/>
                </a:solidFill>
                <a:latin typeface="Noto Sans KR"/>
                <a:ea typeface="Noto Sans KR"/>
                <a:cs typeface="Noto Sans KR"/>
              </a:defRPr>
            </a:pPr>
            <a:r>
              <a:rPr sz="2775" b="1">
                <a:solidFill>
                  <a:srgbClr val="2C1D18"/>
                </a:solidFill>
                <a:latin typeface="Noto Sans KR"/>
                <a:ea typeface="Noto Sans KR"/>
                <a:cs typeface="Noto Sans KR"/>
              </a:rPr>
              <a:t>기획안, 포트폴리오, 글을 만드는 사람</a:t>
            </a:r>
          </a:p>
        </p:txBody>
      </p:sp>
      <p:sp>
        <p:nvSpPr>
          <p:cNvPr id="8" name="">
            <a:extLst xmlns:a="http://schemas.openxmlformats.org/drawingml/2006/main">
              <a:ext uri="{FF2B5EF4-FFF2-40B4-BE49-F238E27FC236}">
                <a16:creationId xmlns:a16="http://schemas.microsoft.com/office/drawing/2014/main" id="{B114325A-5411-4C31-8653-27FB089B9E05}"/>
              </a:ext>
            </a:extLst>
          </p:cNvPr>
          <p:cNvSpPr>
            <a:spLocks xmlns:a="http://schemas.openxmlformats.org/drawingml/2006/main" noGrp="1"/>
          </p:cNvSpPr>
          <p:nvPr/>
        </p:nvSpPr>
        <p:spPr>
          <a:xfrm xmlns:a="http://schemas.openxmlformats.org/drawingml/2006/main">
            <a:off x="723900" y="3733800"/>
            <a:ext cx="1428750" cy="342900"/>
          </a:xfrm>
          <a:prstGeom xmlns:a="http://schemas.openxmlformats.org/drawingml/2006/main" prst="rect">
            <a:avLst/>
          </a:prstGeom>
          <a:solidFill xmlns:a="http://schemas.openxmlformats.org/drawingml/2006/main">
            <a:srgbClr val="E8D9C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5E7358-FCFE-4B0C-B07B-4A9C2FCD5F90}"/>
              </a:ext>
            </a:extLst>
          </p:cNvPr>
          <p:cNvSpPr>
            <a:spLocks xmlns:a="http://schemas.openxmlformats.org/drawingml/2006/main" noGrp="1"/>
          </p:cNvSpPr>
          <p:nvPr/>
        </p:nvSpPr>
        <p:spPr>
          <a:xfrm xmlns:a="http://schemas.openxmlformats.org/drawingml/2006/main">
            <a:off x="838200" y="3781425"/>
            <a:ext cx="1200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865C46"/>
                </a:solidFill>
                <a:latin typeface="Noto Sans KR"/>
                <a:ea typeface="Noto Sans KR"/>
                <a:cs typeface="Noto Sans KR"/>
              </a:defRPr>
            </a:pPr>
            <a:r>
              <a:rPr sz="1350" b="1">
                <a:solidFill>
                  <a:srgbClr val="865C46"/>
                </a:solidFill>
                <a:latin typeface="Noto Sans KR"/>
                <a:ea typeface="Noto Sans KR"/>
                <a:cs typeface="Noto Sans KR"/>
              </a:rPr>
              <a:t>핵심 과제</a:t>
            </a:r>
          </a:p>
        </p:txBody>
      </p:sp>
      <p:sp>
        <p:nvSpPr>
          <p:cNvPr id="10" name="">
            <a:extLst xmlns:a="http://schemas.openxmlformats.org/drawingml/2006/main">
              <a:ext uri="{FF2B5EF4-FFF2-40B4-BE49-F238E27FC236}">
                <a16:creationId xmlns:a16="http://schemas.microsoft.com/office/drawing/2014/main" id="{E6CE245C-51CA-4986-B09C-4F8DB2908E2F}"/>
              </a:ext>
            </a:extLst>
          </p:cNvPr>
          <p:cNvSpPr>
            <a:spLocks xmlns:a="http://schemas.openxmlformats.org/drawingml/2006/main" noGrp="1"/>
          </p:cNvSpPr>
          <p:nvPr/>
        </p:nvSpPr>
        <p:spPr>
          <a:xfrm xmlns:a="http://schemas.openxmlformats.org/drawingml/2006/main">
            <a:off x="723900" y="42862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1">
                <a:solidFill>
                  <a:srgbClr val="2C1D18"/>
                </a:solidFill>
                <a:latin typeface="Noto Sans KR"/>
                <a:ea typeface="Noto Sans KR"/>
                <a:cs typeface="Noto Sans KR"/>
              </a:defRPr>
            </a:pPr>
            <a:r>
              <a:rPr sz="2625" b="1">
                <a:solidFill>
                  <a:srgbClr val="2C1D18"/>
                </a:solidFill>
                <a:latin typeface="Noto Sans KR"/>
                <a:ea typeface="Noto Sans KR"/>
                <a:cs typeface="Noto Sans KR"/>
              </a:rPr>
              <a:t>사례 하나를 다시 찾아</a:t>
            </a:r>
          </a:p>
          <a:p xmlns:a="http://schemas.openxmlformats.org/drawingml/2006/main">
            <a:pPr algn="l">
              <a:defRPr sz="2625" b="1">
                <a:solidFill>
                  <a:srgbClr val="2C1D18"/>
                </a:solidFill>
                <a:latin typeface="Noto Sans KR"/>
                <a:ea typeface="Noto Sans KR"/>
                <a:cs typeface="Noto Sans KR"/>
              </a:defRPr>
            </a:pPr>
            <a:r>
              <a:rPr sz="2625" b="1">
                <a:solidFill>
                  <a:srgbClr val="2C1D18"/>
                </a:solidFill>
                <a:latin typeface="Noto Sans KR"/>
                <a:ea typeface="Noto Sans KR"/>
                <a:cs typeface="Noto Sans KR"/>
              </a:rPr>
              <a:t>자기 관점의 한 문단으로 만들기</a:t>
            </a:r>
          </a:p>
        </p:txBody>
      </p:sp>
      <p:sp>
        <p:nvSpPr>
          <p:cNvPr id="11" name="">
            <a:extLst xmlns:a="http://schemas.openxmlformats.org/drawingml/2006/main">
              <a:ext uri="{FF2B5EF4-FFF2-40B4-BE49-F238E27FC236}">
                <a16:creationId xmlns:a16="http://schemas.microsoft.com/office/drawing/2014/main" id="{B69F4D15-CF52-4784-A08C-9D8DFDAA062E}"/>
              </a:ext>
            </a:extLst>
          </p:cNvPr>
          <p:cNvSpPr>
            <a:spLocks xmlns:a="http://schemas.openxmlformats.org/drawingml/2006/main" noGrp="1"/>
          </p:cNvSpPr>
          <p:nvPr/>
        </p:nvSpPr>
        <p:spPr>
          <a:xfrm xmlns:a="http://schemas.openxmlformats.org/drawingml/2006/main">
            <a:off x="7810500" y="1476375"/>
            <a:ext cx="3429000" cy="3857625"/>
          </a:xfrm>
          <a:prstGeom xmlns:a="http://schemas.openxmlformats.org/drawingml/2006/main" prst="rect">
            <a:avLst/>
          </a:prstGeom>
          <a:solidFill xmlns:a="http://schemas.openxmlformats.org/drawingml/2006/main">
            <a:srgbClr val="2C1D1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FE62ACB-7599-42A5-9050-2F517E6B9571}"/>
              </a:ext>
            </a:extLst>
          </p:cNvPr>
          <p:cNvSpPr>
            <a:spLocks xmlns:a="http://schemas.openxmlformats.org/drawingml/2006/main" noGrp="1"/>
          </p:cNvSpPr>
          <p:nvPr/>
        </p:nvSpPr>
        <p:spPr>
          <a:xfrm xmlns:a="http://schemas.openxmlformats.org/drawingml/2006/main">
            <a:off x="8115300" y="1809750"/>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E8D9CB"/>
                </a:solidFill>
                <a:latin typeface="Noto Sans KR"/>
                <a:ea typeface="Noto Sans KR"/>
                <a:cs typeface="Noto Sans KR"/>
              </a:defRPr>
            </a:pPr>
            <a:r>
              <a:rPr sz="1875" b="1">
                <a:solidFill>
                  <a:srgbClr val="E8D9CB"/>
                </a:solidFill>
                <a:latin typeface="Noto Sans KR"/>
                <a:ea typeface="Noto Sans KR"/>
                <a:cs typeface="Noto Sans KR"/>
              </a:rPr>
              <a:t>가설의 출발점</a:t>
            </a:r>
          </a:p>
        </p:txBody>
      </p:sp>
      <p:sp>
        <p:nvSpPr>
          <p:cNvPr id="13" name="">
            <a:extLst xmlns:a="http://schemas.openxmlformats.org/drawingml/2006/main">
              <a:ext uri="{FF2B5EF4-FFF2-40B4-BE49-F238E27FC236}">
                <a16:creationId xmlns:a16="http://schemas.microsoft.com/office/drawing/2014/main" id="{9A600869-8F3A-4A62-9287-01165A439B46}"/>
              </a:ext>
            </a:extLst>
          </p:cNvPr>
          <p:cNvSpPr>
            <a:spLocks xmlns:a="http://schemas.openxmlformats.org/drawingml/2006/main" noGrp="1"/>
          </p:cNvSpPr>
          <p:nvPr/>
        </p:nvSpPr>
        <p:spPr>
          <a:xfrm xmlns:a="http://schemas.openxmlformats.org/drawingml/2006/main">
            <a:off x="8115300" y="2428875"/>
            <a:ext cx="2819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F7F2EA"/>
                </a:solidFill>
                <a:latin typeface="Noto Sans KR"/>
                <a:ea typeface="Noto Sans KR"/>
                <a:cs typeface="Noto Sans KR"/>
              </a:defRPr>
            </a:pPr>
            <a:r>
              <a:rPr sz="1875" b="1">
                <a:solidFill>
                  <a:srgbClr val="F7F2EA"/>
                </a:solidFill>
                <a:latin typeface="Noto Sans KR"/>
                <a:ea typeface="Noto Sans KR"/>
                <a:cs typeface="Noto Sans KR"/>
              </a:rPr>
              <a:t>제작자가 자료를 다시 찾고</a:t>
            </a:r>
          </a:p>
          <a:p xmlns:a="http://schemas.openxmlformats.org/drawingml/2006/main">
            <a:pPr algn="l">
              <a:defRPr sz="1875" b="1">
                <a:solidFill>
                  <a:srgbClr val="F7F2EA"/>
                </a:solidFill>
                <a:latin typeface="Noto Sans KR"/>
                <a:ea typeface="Noto Sans KR"/>
                <a:cs typeface="Noto Sans KR"/>
              </a:defRPr>
            </a:pPr>
            <a:r>
              <a:rPr sz="1875" b="1">
                <a:solidFill>
                  <a:srgbClr val="F7F2EA"/>
                </a:solidFill>
                <a:latin typeface="Noto Sans KR"/>
                <a:ea typeface="Noto Sans KR"/>
                <a:cs typeface="Noto Sans KR"/>
              </a:rPr>
              <a:t>설명했던 반복 경험</a:t>
            </a:r>
          </a:p>
        </p:txBody>
      </p:sp>
      <p:sp>
        <p:nvSpPr>
          <p:cNvPr id="14" name="">
            <a:extLst xmlns:a="http://schemas.openxmlformats.org/drawingml/2006/main">
              <a:ext uri="{FF2B5EF4-FFF2-40B4-BE49-F238E27FC236}">
                <a16:creationId xmlns:a16="http://schemas.microsoft.com/office/drawing/2014/main" id="{9DF74343-4A0B-4C82-BAAA-5B5E4C23F091}"/>
              </a:ext>
            </a:extLst>
          </p:cNvPr>
          <p:cNvSpPr>
            <a:spLocks xmlns:a="http://schemas.openxmlformats.org/drawingml/2006/main" noGrp="1"/>
          </p:cNvSpPr>
          <p:nvPr/>
        </p:nvSpPr>
        <p:spPr>
          <a:xfrm xmlns:a="http://schemas.openxmlformats.org/drawingml/2006/main">
            <a:off x="8115300" y="3381375"/>
            <a:ext cx="2819400" cy="0"/>
          </a:xfrm>
          <a:prstGeom xmlns:a="http://schemas.openxmlformats.org/drawingml/2006/main" prst="line">
            <a:avLst/>
          </a:prstGeom>
          <a:noFill xmlns:a="http://schemas.openxmlformats.org/drawingml/2006/main"/>
          <a:ln xmlns:a="http://schemas.openxmlformats.org/drawingml/2006/main" w="9525">
            <a:solidFill>
              <a:srgbClr val="865C46"/>
            </a:solidFill>
          </a:ln>
        </p:spPr>
      </p:sp>
      <p:sp>
        <p:nvSpPr>
          <p:cNvPr id="15" name="">
            <a:extLst xmlns:a="http://schemas.openxmlformats.org/drawingml/2006/main">
              <a:ext uri="{FF2B5EF4-FFF2-40B4-BE49-F238E27FC236}">
                <a16:creationId xmlns:a16="http://schemas.microsoft.com/office/drawing/2014/main" id="{A39F6F41-B4BA-4F81-AF4A-1BBDB4D79556}"/>
              </a:ext>
            </a:extLst>
          </p:cNvPr>
          <p:cNvSpPr>
            <a:spLocks xmlns:a="http://schemas.openxmlformats.org/drawingml/2006/main" noGrp="1"/>
          </p:cNvSpPr>
          <p:nvPr/>
        </p:nvSpPr>
        <p:spPr>
          <a:xfrm xmlns:a="http://schemas.openxmlformats.org/drawingml/2006/main">
            <a:off x="8115300" y="36195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E8D9CB"/>
                </a:solidFill>
                <a:latin typeface="Noto Sans KR"/>
                <a:ea typeface="Noto Sans KR"/>
                <a:cs typeface="Noto Sans KR"/>
              </a:defRPr>
            </a:pPr>
            <a:r>
              <a:rPr sz="1575" b="1">
                <a:solidFill>
                  <a:srgbClr val="E8D9CB"/>
                </a:solidFill>
                <a:latin typeface="Noto Sans KR"/>
                <a:ea typeface="Noto Sans KR"/>
                <a:cs typeface="Noto Sans KR"/>
              </a:rPr>
              <a:t>아직 확인 전</a:t>
            </a:r>
          </a:p>
        </p:txBody>
      </p:sp>
      <p:sp>
        <p:nvSpPr>
          <p:cNvPr id="16" name="">
            <a:extLst xmlns:a="http://schemas.openxmlformats.org/drawingml/2006/main">
              <a:ext uri="{FF2B5EF4-FFF2-40B4-BE49-F238E27FC236}">
                <a16:creationId xmlns:a16="http://schemas.microsoft.com/office/drawing/2014/main" id="{6AD9FD49-2B6F-4437-B8C6-AE17381C7F69}"/>
              </a:ext>
            </a:extLst>
          </p:cNvPr>
          <p:cNvSpPr>
            <a:spLocks xmlns:a="http://schemas.openxmlformats.org/drawingml/2006/main" noGrp="1"/>
          </p:cNvSpPr>
          <p:nvPr/>
        </p:nvSpPr>
        <p:spPr>
          <a:xfrm xmlns:a="http://schemas.openxmlformats.org/drawingml/2006/main">
            <a:off x="8115300" y="4048125"/>
            <a:ext cx="2819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7F2EA"/>
                </a:solidFill>
                <a:latin typeface="Noto Sans KR"/>
                <a:ea typeface="Noto Sans KR"/>
                <a:cs typeface="Noto Sans KR"/>
              </a:defRPr>
            </a:pPr>
            <a:r>
              <a:rPr sz="1800" b="1">
                <a:solidFill>
                  <a:srgbClr val="F7F2EA"/>
                </a:solidFill>
                <a:latin typeface="Noto Sans KR"/>
                <a:ea typeface="Noto Sans KR"/>
                <a:cs typeface="Noto Sans KR"/>
              </a:rPr>
              <a:t>외부 사용자도 이 문제를</a:t>
            </a:r>
          </a:p>
          <a:p xmlns:a="http://schemas.openxmlformats.org/drawingml/2006/main">
            <a:pPr algn="l">
              <a:defRPr sz="1800" b="1">
                <a:solidFill>
                  <a:srgbClr val="F7F2EA"/>
                </a:solidFill>
                <a:latin typeface="Noto Sans KR"/>
                <a:ea typeface="Noto Sans KR"/>
                <a:cs typeface="Noto Sans KR"/>
              </a:defRPr>
            </a:pPr>
            <a:r>
              <a:rPr sz="1800" b="1">
                <a:solidFill>
                  <a:srgbClr val="F7F2EA"/>
                </a:solidFill>
                <a:latin typeface="Noto Sans KR"/>
                <a:ea typeface="Noto Sans KR"/>
                <a:cs typeface="Noto Sans KR"/>
              </a:rPr>
              <a:t>중요하게 느끼는지</a:t>
            </a:r>
          </a:p>
        </p:txBody>
      </p:sp>
      <p:sp>
        <p:nvSpPr>
          <p:cNvPr id="17" name="">
            <a:extLst xmlns:a="http://schemas.openxmlformats.org/drawingml/2006/main">
              <a:ext uri="{FF2B5EF4-FFF2-40B4-BE49-F238E27FC236}">
                <a16:creationId xmlns:a16="http://schemas.microsoft.com/office/drawing/2014/main" id="{A8833B53-EAB4-46C7-AD2C-8E0FF864F205}"/>
              </a:ext>
            </a:extLst>
          </p:cNvPr>
          <p:cNvSpPr>
            <a:spLocks xmlns:a="http://schemas.openxmlformats.org/drawingml/2006/main" noGrp="1"/>
          </p:cNvSpPr>
          <p:nvPr/>
        </p:nvSpPr>
        <p:spPr>
          <a:xfrm xmlns:a="http://schemas.openxmlformats.org/drawingml/2006/main">
            <a:off x="723900" y="5924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865C46"/>
                </a:solidFill>
                <a:latin typeface="Noto Sans KR"/>
                <a:ea typeface="Noto Sans KR"/>
                <a:cs typeface="Noto Sans KR"/>
              </a:defRPr>
            </a:pPr>
            <a:r>
              <a:rPr sz="1650" b="1">
                <a:solidFill>
                  <a:srgbClr val="865C46"/>
                </a:solidFill>
                <a:latin typeface="Noto Sans KR"/>
                <a:ea typeface="Noto Sans KR"/>
                <a:cs typeface="Noto Sans KR"/>
              </a:rPr>
              <a:t>다음 확인: 3명 탐색 후 5명 본 시험</a:t>
            </a:r>
          </a:p>
        </p:txBody>
      </p:sp>
    </p:spTree>
    <p:extLst>
      <p:ext uri="{BB962C8B-B14F-4D97-AF65-F5344CB8AC3E}">
        <p14:creationId xmlns:p14="http://schemas.microsoft.com/office/powerpoint/2010/main" val="942446179"/>
      </p:ext>
    </p:extLst>
  </p:cSld>
</p:sld>
</file>

<file path=ppt/slides/slide5.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01B4A75-301D-4F89-93D3-66693CF87F76}"/>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F26CE0-85C5-4EF4-A069-DAF71DBEF62F}"/>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저장에서 결과물까지의 서비스 흐름</a:t>
            </a:r>
          </a:p>
        </p:txBody>
      </p:sp>
      <p:sp>
        <p:nvSpPr>
          <p:cNvPr id="3" name="">
            <a:extLst xmlns:a="http://schemas.openxmlformats.org/drawingml/2006/main">
              <a:ext uri="{FF2B5EF4-FFF2-40B4-BE49-F238E27FC236}">
                <a16:creationId xmlns:a16="http://schemas.microsoft.com/office/drawing/2014/main" id="{6BC7DE7D-11F5-41F1-829D-BA8B54A52B82}"/>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1F7FA61D-CB29-4F3A-B89A-7EEE2A9893E1}"/>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05</a:t>
            </a:r>
          </a:p>
        </p:txBody>
      </p:sp>
      <p:sp>
        <p:nvSpPr>
          <p:cNvPr id="5" name="">
            <a:extLst xmlns:a="http://schemas.openxmlformats.org/drawingml/2006/main">
              <a:ext uri="{FF2B5EF4-FFF2-40B4-BE49-F238E27FC236}">
                <a16:creationId xmlns:a16="http://schemas.microsoft.com/office/drawing/2014/main" id="{CFFEC3EA-4A5A-4D41-A666-D88E25F48416}"/>
              </a:ext>
            </a:extLst>
          </p:cNvPr>
          <p:cNvSpPr>
            <a:spLocks xmlns:a="http://schemas.openxmlformats.org/drawingml/2006/main" noGrp="1"/>
          </p:cNvSpPr>
          <p:nvPr/>
        </p:nvSpPr>
        <p:spPr>
          <a:xfrm xmlns:a="http://schemas.openxmlformats.org/drawingml/2006/main">
            <a:off x="609600" y="1733550"/>
            <a:ext cx="1924050" cy="285750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6" name="">
            <a:extLst xmlns:a="http://schemas.openxmlformats.org/drawingml/2006/main">
              <a:ext uri="{FF2B5EF4-FFF2-40B4-BE49-F238E27FC236}">
                <a16:creationId xmlns:a16="http://schemas.microsoft.com/office/drawing/2014/main" id="{217F3091-B039-4ECC-B2F2-C5C8CCFF9945}"/>
              </a:ext>
            </a:extLst>
          </p:cNvPr>
          <p:cNvSpPr>
            <a:spLocks xmlns:a="http://schemas.openxmlformats.org/drawingml/2006/main" noGrp="1"/>
          </p:cNvSpPr>
          <p:nvPr/>
        </p:nvSpPr>
        <p:spPr>
          <a:xfrm xmlns:a="http://schemas.openxmlformats.org/drawingml/2006/main">
            <a:off x="819150" y="19812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865C46"/>
                </a:solidFill>
                <a:latin typeface="Noto Sans KR"/>
                <a:ea typeface="Noto Sans KR"/>
                <a:cs typeface="Noto Sans KR"/>
              </a:defRPr>
            </a:pPr>
            <a:r>
              <a:rPr sz="1500" b="1">
                <a:solidFill>
                  <a:srgbClr val="865C46"/>
                </a:solidFill>
                <a:latin typeface="Noto Sans KR"/>
                <a:ea typeface="Noto Sans KR"/>
                <a:cs typeface="Noto Sans KR"/>
              </a:rPr>
              <a:t>01</a:t>
            </a:r>
          </a:p>
        </p:txBody>
      </p:sp>
      <p:sp>
        <p:nvSpPr>
          <p:cNvPr id="7" name="">
            <a:extLst xmlns:a="http://schemas.openxmlformats.org/drawingml/2006/main">
              <a:ext uri="{FF2B5EF4-FFF2-40B4-BE49-F238E27FC236}">
                <a16:creationId xmlns:a16="http://schemas.microsoft.com/office/drawing/2014/main" id="{C79EBD88-20D2-46A8-AB51-48CF00E3A57F}"/>
              </a:ext>
            </a:extLst>
          </p:cNvPr>
          <p:cNvSpPr>
            <a:spLocks xmlns:a="http://schemas.openxmlformats.org/drawingml/2006/main" noGrp="1"/>
          </p:cNvSpPr>
          <p:nvPr/>
        </p:nvSpPr>
        <p:spPr>
          <a:xfrm xmlns:a="http://schemas.openxmlformats.org/drawingml/2006/main">
            <a:off x="819150" y="2562225"/>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2C1D18"/>
                </a:solidFill>
                <a:latin typeface="Noto Sans KR"/>
                <a:ea typeface="Noto Sans KR"/>
                <a:cs typeface="Noto Sans KR"/>
              </a:defRPr>
            </a:pPr>
            <a:r>
              <a:rPr sz="2100" b="1">
                <a:solidFill>
                  <a:srgbClr val="2C1D18"/>
                </a:solidFill>
                <a:latin typeface="Noto Sans KR"/>
                <a:ea typeface="Noto Sans KR"/>
                <a:cs typeface="Noto Sans KR"/>
              </a:rPr>
              <a:t>기록</a:t>
            </a:r>
          </a:p>
        </p:txBody>
      </p:sp>
      <p:sp>
        <p:nvSpPr>
          <p:cNvPr id="8" name="">
            <a:extLst xmlns:a="http://schemas.openxmlformats.org/drawingml/2006/main">
              <a:ext uri="{FF2B5EF4-FFF2-40B4-BE49-F238E27FC236}">
                <a16:creationId xmlns:a16="http://schemas.microsoft.com/office/drawing/2014/main" id="{AB8E0DC1-898F-4F54-8C03-13BB42E1369E}"/>
              </a:ext>
            </a:extLst>
          </p:cNvPr>
          <p:cNvSpPr>
            <a:spLocks xmlns:a="http://schemas.openxmlformats.org/drawingml/2006/main" noGrp="1"/>
          </p:cNvSpPr>
          <p:nvPr/>
        </p:nvSpPr>
        <p:spPr>
          <a:xfrm xmlns:a="http://schemas.openxmlformats.org/drawingml/2006/main">
            <a:off x="819150" y="3238500"/>
            <a:ext cx="152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링크 · 글 · 이미지</a:t>
            </a:r>
          </a:p>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음성 · 영상</a:t>
            </a:r>
          </a:p>
        </p:txBody>
      </p:sp>
      <p:sp>
        <p:nvSpPr>
          <p:cNvPr id="9" name="">
            <a:extLst xmlns:a="http://schemas.openxmlformats.org/drawingml/2006/main">
              <a:ext uri="{FF2B5EF4-FFF2-40B4-BE49-F238E27FC236}">
                <a16:creationId xmlns:a16="http://schemas.microsoft.com/office/drawing/2014/main" id="{53AAF0FC-C67A-4C76-B851-F2D7C1412A06}"/>
              </a:ext>
            </a:extLst>
          </p:cNvPr>
          <p:cNvSpPr>
            <a:spLocks xmlns:a="http://schemas.openxmlformats.org/drawingml/2006/main" noGrp="1"/>
          </p:cNvSpPr>
          <p:nvPr/>
        </p:nvSpPr>
        <p:spPr>
          <a:xfrm xmlns:a="http://schemas.openxmlformats.org/drawingml/2006/main">
            <a:off x="2552700" y="2838450"/>
            <a:ext cx="304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850" b="0">
                <a:solidFill>
                  <a:srgbClr val="865C46"/>
                </a:solidFill>
                <a:latin typeface="Noto Sans KR"/>
                <a:ea typeface="Noto Sans KR"/>
                <a:cs typeface="Noto Sans KR"/>
              </a:defRPr>
            </a:pPr>
            <a:r>
              <a:rPr sz="2850" b="0">
                <a:solidFill>
                  <a:srgbClr val="865C46"/>
                </a:solidFill>
                <a:latin typeface="Noto Sans KR"/>
                <a:ea typeface="Noto Sans KR"/>
                <a:cs typeface="Noto Sans KR"/>
              </a:rPr>
              <a:t>›</a:t>
            </a:r>
          </a:p>
        </p:txBody>
      </p:sp>
      <p:sp>
        <p:nvSpPr>
          <p:cNvPr id="10" name="">
            <a:extLst xmlns:a="http://schemas.openxmlformats.org/drawingml/2006/main">
              <a:ext uri="{FF2B5EF4-FFF2-40B4-BE49-F238E27FC236}">
                <a16:creationId xmlns:a16="http://schemas.microsoft.com/office/drawing/2014/main" id="{71DBCA38-08D6-4672-9167-9864EAB98F0C}"/>
              </a:ext>
            </a:extLst>
          </p:cNvPr>
          <p:cNvSpPr>
            <a:spLocks xmlns:a="http://schemas.openxmlformats.org/drawingml/2006/main" noGrp="1"/>
          </p:cNvSpPr>
          <p:nvPr/>
        </p:nvSpPr>
        <p:spPr>
          <a:xfrm xmlns:a="http://schemas.openxmlformats.org/drawingml/2006/main">
            <a:off x="2876550" y="1733550"/>
            <a:ext cx="1924050" cy="285750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11" name="">
            <a:extLst xmlns:a="http://schemas.openxmlformats.org/drawingml/2006/main">
              <a:ext uri="{FF2B5EF4-FFF2-40B4-BE49-F238E27FC236}">
                <a16:creationId xmlns:a16="http://schemas.microsoft.com/office/drawing/2014/main" id="{ECAA039D-AF22-403D-AE6B-340E31F9A1B1}"/>
              </a:ext>
            </a:extLst>
          </p:cNvPr>
          <p:cNvSpPr>
            <a:spLocks xmlns:a="http://schemas.openxmlformats.org/drawingml/2006/main" noGrp="1"/>
          </p:cNvSpPr>
          <p:nvPr/>
        </p:nvSpPr>
        <p:spPr>
          <a:xfrm xmlns:a="http://schemas.openxmlformats.org/drawingml/2006/main">
            <a:off x="3086100" y="19812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865C46"/>
                </a:solidFill>
                <a:latin typeface="Noto Sans KR"/>
                <a:ea typeface="Noto Sans KR"/>
                <a:cs typeface="Noto Sans KR"/>
              </a:defRPr>
            </a:pPr>
            <a:r>
              <a:rPr sz="1500" b="1">
                <a:solidFill>
                  <a:srgbClr val="865C46"/>
                </a:solidFill>
                <a:latin typeface="Noto Sans KR"/>
                <a:ea typeface="Noto Sans KR"/>
                <a:cs typeface="Noto Sans KR"/>
              </a:rPr>
              <a:t>02</a:t>
            </a:r>
          </a:p>
        </p:txBody>
      </p:sp>
      <p:sp>
        <p:nvSpPr>
          <p:cNvPr id="12" name="">
            <a:extLst xmlns:a="http://schemas.openxmlformats.org/drawingml/2006/main">
              <a:ext uri="{FF2B5EF4-FFF2-40B4-BE49-F238E27FC236}">
                <a16:creationId xmlns:a16="http://schemas.microsoft.com/office/drawing/2014/main" id="{8A2F7A83-1105-4944-9D26-15B77D91AC9E}"/>
              </a:ext>
            </a:extLst>
          </p:cNvPr>
          <p:cNvSpPr>
            <a:spLocks xmlns:a="http://schemas.openxmlformats.org/drawingml/2006/main" noGrp="1"/>
          </p:cNvSpPr>
          <p:nvPr/>
        </p:nvSpPr>
        <p:spPr>
          <a:xfrm xmlns:a="http://schemas.openxmlformats.org/drawingml/2006/main">
            <a:off x="3086100" y="2562225"/>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2C1D18"/>
                </a:solidFill>
                <a:latin typeface="Noto Sans KR"/>
                <a:ea typeface="Noto Sans KR"/>
                <a:cs typeface="Noto Sans KR"/>
              </a:defRPr>
            </a:pPr>
            <a:r>
              <a:rPr sz="2100" b="1">
                <a:solidFill>
                  <a:srgbClr val="2C1D18"/>
                </a:solidFill>
                <a:latin typeface="Noto Sans KR"/>
                <a:ea typeface="Noto Sans KR"/>
                <a:cs typeface="Noto Sans KR"/>
              </a:rPr>
              <a:t>원문 확보</a:t>
            </a:r>
          </a:p>
        </p:txBody>
      </p:sp>
      <p:sp>
        <p:nvSpPr>
          <p:cNvPr id="13" name="">
            <a:extLst xmlns:a="http://schemas.openxmlformats.org/drawingml/2006/main">
              <a:ext uri="{FF2B5EF4-FFF2-40B4-BE49-F238E27FC236}">
                <a16:creationId xmlns:a16="http://schemas.microsoft.com/office/drawing/2014/main" id="{84E3B9F8-0061-4BC6-A7A9-491A3DD9734A}"/>
              </a:ext>
            </a:extLst>
          </p:cNvPr>
          <p:cNvSpPr>
            <a:spLocks xmlns:a="http://schemas.openxmlformats.org/drawingml/2006/main" noGrp="1"/>
          </p:cNvSpPr>
          <p:nvPr/>
        </p:nvSpPr>
        <p:spPr>
          <a:xfrm xmlns:a="http://schemas.openxmlformats.org/drawingml/2006/main">
            <a:off x="3086100" y="3238500"/>
            <a:ext cx="152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본문 · 공개 자막</a:t>
            </a:r>
          </a:p>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직접 입력</a:t>
            </a:r>
          </a:p>
        </p:txBody>
      </p:sp>
      <p:sp>
        <p:nvSpPr>
          <p:cNvPr id="14" name="">
            <a:extLst xmlns:a="http://schemas.openxmlformats.org/drawingml/2006/main">
              <a:ext uri="{FF2B5EF4-FFF2-40B4-BE49-F238E27FC236}">
                <a16:creationId xmlns:a16="http://schemas.microsoft.com/office/drawing/2014/main" id="{DD537413-42FD-468C-915E-612BE7BCFF67}"/>
              </a:ext>
            </a:extLst>
          </p:cNvPr>
          <p:cNvSpPr>
            <a:spLocks xmlns:a="http://schemas.openxmlformats.org/drawingml/2006/main" noGrp="1"/>
          </p:cNvSpPr>
          <p:nvPr/>
        </p:nvSpPr>
        <p:spPr>
          <a:xfrm xmlns:a="http://schemas.openxmlformats.org/drawingml/2006/main">
            <a:off x="4819650" y="2838450"/>
            <a:ext cx="304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850" b="0">
                <a:solidFill>
                  <a:srgbClr val="865C46"/>
                </a:solidFill>
                <a:latin typeface="Noto Sans KR"/>
                <a:ea typeface="Noto Sans KR"/>
                <a:cs typeface="Noto Sans KR"/>
              </a:defRPr>
            </a:pPr>
            <a:r>
              <a:rPr sz="2850" b="0">
                <a:solidFill>
                  <a:srgbClr val="865C46"/>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CF4E0442-2B7B-4D87-9D3D-900A2A633CB6}"/>
              </a:ext>
            </a:extLst>
          </p:cNvPr>
          <p:cNvSpPr>
            <a:spLocks xmlns:a="http://schemas.openxmlformats.org/drawingml/2006/main" noGrp="1"/>
          </p:cNvSpPr>
          <p:nvPr/>
        </p:nvSpPr>
        <p:spPr>
          <a:xfrm xmlns:a="http://schemas.openxmlformats.org/drawingml/2006/main">
            <a:off x="5143500" y="1733550"/>
            <a:ext cx="1924050" cy="285750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16" name="">
            <a:extLst xmlns:a="http://schemas.openxmlformats.org/drawingml/2006/main">
              <a:ext uri="{FF2B5EF4-FFF2-40B4-BE49-F238E27FC236}">
                <a16:creationId xmlns:a16="http://schemas.microsoft.com/office/drawing/2014/main" id="{D6B87A2C-CCD8-43CE-B190-EE0F6F4BA9A1}"/>
              </a:ext>
            </a:extLst>
          </p:cNvPr>
          <p:cNvSpPr>
            <a:spLocks xmlns:a="http://schemas.openxmlformats.org/drawingml/2006/main" noGrp="1"/>
          </p:cNvSpPr>
          <p:nvPr/>
        </p:nvSpPr>
        <p:spPr>
          <a:xfrm xmlns:a="http://schemas.openxmlformats.org/drawingml/2006/main">
            <a:off x="5353050" y="19812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865C46"/>
                </a:solidFill>
                <a:latin typeface="Noto Sans KR"/>
                <a:ea typeface="Noto Sans KR"/>
                <a:cs typeface="Noto Sans KR"/>
              </a:defRPr>
            </a:pPr>
            <a:r>
              <a:rPr sz="1500" b="1">
                <a:solidFill>
                  <a:srgbClr val="865C46"/>
                </a:solidFill>
                <a:latin typeface="Noto Sans KR"/>
                <a:ea typeface="Noto Sans KR"/>
                <a:cs typeface="Noto Sans KR"/>
              </a:rPr>
              <a:t>03</a:t>
            </a:r>
          </a:p>
        </p:txBody>
      </p:sp>
      <p:sp>
        <p:nvSpPr>
          <p:cNvPr id="17" name="">
            <a:extLst xmlns:a="http://schemas.openxmlformats.org/drawingml/2006/main">
              <a:ext uri="{FF2B5EF4-FFF2-40B4-BE49-F238E27FC236}">
                <a16:creationId xmlns:a16="http://schemas.microsoft.com/office/drawing/2014/main" id="{69FB45C9-FAFE-422E-88AD-462C51DFEC01}"/>
              </a:ext>
            </a:extLst>
          </p:cNvPr>
          <p:cNvSpPr>
            <a:spLocks xmlns:a="http://schemas.openxmlformats.org/drawingml/2006/main" noGrp="1"/>
          </p:cNvSpPr>
          <p:nvPr/>
        </p:nvSpPr>
        <p:spPr>
          <a:xfrm xmlns:a="http://schemas.openxmlformats.org/drawingml/2006/main">
            <a:off x="5353050" y="2562225"/>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2C1D18"/>
                </a:solidFill>
                <a:latin typeface="Noto Sans KR"/>
                <a:ea typeface="Noto Sans KR"/>
                <a:cs typeface="Noto Sans KR"/>
              </a:defRPr>
            </a:pPr>
            <a:r>
              <a:rPr sz="2100" b="1">
                <a:solidFill>
                  <a:srgbClr val="2C1D18"/>
                </a:solidFill>
                <a:latin typeface="Noto Sans KR"/>
                <a:ea typeface="Noto Sans KR"/>
                <a:cs typeface="Noto Sans KR"/>
              </a:rPr>
              <a:t>근거 정리</a:t>
            </a:r>
          </a:p>
        </p:txBody>
      </p:sp>
      <p:sp>
        <p:nvSpPr>
          <p:cNvPr id="18" name="">
            <a:extLst xmlns:a="http://schemas.openxmlformats.org/drawingml/2006/main">
              <a:ext uri="{FF2B5EF4-FFF2-40B4-BE49-F238E27FC236}">
                <a16:creationId xmlns:a16="http://schemas.microsoft.com/office/drawing/2014/main" id="{CAA54260-86DB-467C-96F5-1DBB45CFBC85}"/>
              </a:ext>
            </a:extLst>
          </p:cNvPr>
          <p:cNvSpPr>
            <a:spLocks xmlns:a="http://schemas.openxmlformats.org/drawingml/2006/main" noGrp="1"/>
          </p:cNvSpPr>
          <p:nvPr/>
        </p:nvSpPr>
        <p:spPr>
          <a:xfrm xmlns:a="http://schemas.openxmlformats.org/drawingml/2006/main">
            <a:off x="5353050" y="3238500"/>
            <a:ext cx="152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요약 · 주요 근거</a:t>
            </a:r>
          </a:p>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해석과 한계</a:t>
            </a:r>
          </a:p>
        </p:txBody>
      </p:sp>
      <p:sp>
        <p:nvSpPr>
          <p:cNvPr id="19" name="">
            <a:extLst xmlns:a="http://schemas.openxmlformats.org/drawingml/2006/main">
              <a:ext uri="{FF2B5EF4-FFF2-40B4-BE49-F238E27FC236}">
                <a16:creationId xmlns:a16="http://schemas.microsoft.com/office/drawing/2014/main" id="{DD376FDE-97EC-4A3C-BF06-0CBD3C7D5F1B}"/>
              </a:ext>
            </a:extLst>
          </p:cNvPr>
          <p:cNvSpPr>
            <a:spLocks xmlns:a="http://schemas.openxmlformats.org/drawingml/2006/main" noGrp="1"/>
          </p:cNvSpPr>
          <p:nvPr/>
        </p:nvSpPr>
        <p:spPr>
          <a:xfrm xmlns:a="http://schemas.openxmlformats.org/drawingml/2006/main">
            <a:off x="7086600" y="2838450"/>
            <a:ext cx="304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850" b="0">
                <a:solidFill>
                  <a:srgbClr val="865C46"/>
                </a:solidFill>
                <a:latin typeface="Noto Sans KR"/>
                <a:ea typeface="Noto Sans KR"/>
                <a:cs typeface="Noto Sans KR"/>
              </a:defRPr>
            </a:pPr>
            <a:r>
              <a:rPr sz="2850" b="0">
                <a:solidFill>
                  <a:srgbClr val="865C46"/>
                </a:solidFill>
                <a:latin typeface="Noto Sans KR"/>
                <a:ea typeface="Noto Sans KR"/>
                <a:cs typeface="Noto Sans KR"/>
              </a:rPr>
              <a:t>›</a:t>
            </a:r>
          </a:p>
        </p:txBody>
      </p:sp>
      <p:sp>
        <p:nvSpPr>
          <p:cNvPr id="20" name="">
            <a:extLst xmlns:a="http://schemas.openxmlformats.org/drawingml/2006/main">
              <a:ext uri="{FF2B5EF4-FFF2-40B4-BE49-F238E27FC236}">
                <a16:creationId xmlns:a16="http://schemas.microsoft.com/office/drawing/2014/main" id="{5062E0BB-DAD2-425D-A065-A9EA8946E5C0}"/>
              </a:ext>
            </a:extLst>
          </p:cNvPr>
          <p:cNvSpPr>
            <a:spLocks xmlns:a="http://schemas.openxmlformats.org/drawingml/2006/main" noGrp="1"/>
          </p:cNvSpPr>
          <p:nvPr/>
        </p:nvSpPr>
        <p:spPr>
          <a:xfrm xmlns:a="http://schemas.openxmlformats.org/drawingml/2006/main">
            <a:off x="7410450" y="1733550"/>
            <a:ext cx="1924050" cy="285750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21" name="">
            <a:extLst xmlns:a="http://schemas.openxmlformats.org/drawingml/2006/main">
              <a:ext uri="{FF2B5EF4-FFF2-40B4-BE49-F238E27FC236}">
                <a16:creationId xmlns:a16="http://schemas.microsoft.com/office/drawing/2014/main" id="{FB431843-C587-444F-BF44-4BF7E1D705C8}"/>
              </a:ext>
            </a:extLst>
          </p:cNvPr>
          <p:cNvSpPr>
            <a:spLocks xmlns:a="http://schemas.openxmlformats.org/drawingml/2006/main" noGrp="1"/>
          </p:cNvSpPr>
          <p:nvPr/>
        </p:nvSpPr>
        <p:spPr>
          <a:xfrm xmlns:a="http://schemas.openxmlformats.org/drawingml/2006/main">
            <a:off x="7620000" y="19812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865C46"/>
                </a:solidFill>
                <a:latin typeface="Noto Sans KR"/>
                <a:ea typeface="Noto Sans KR"/>
                <a:cs typeface="Noto Sans KR"/>
              </a:defRPr>
            </a:pPr>
            <a:r>
              <a:rPr sz="1500" b="1">
                <a:solidFill>
                  <a:srgbClr val="865C46"/>
                </a:solidFill>
                <a:latin typeface="Noto Sans KR"/>
                <a:ea typeface="Noto Sans KR"/>
                <a:cs typeface="Noto Sans KR"/>
              </a:rPr>
              <a:t>04</a:t>
            </a:r>
          </a:p>
        </p:txBody>
      </p:sp>
      <p:sp>
        <p:nvSpPr>
          <p:cNvPr id="22" name="">
            <a:extLst xmlns:a="http://schemas.openxmlformats.org/drawingml/2006/main">
              <a:ext uri="{FF2B5EF4-FFF2-40B4-BE49-F238E27FC236}">
                <a16:creationId xmlns:a16="http://schemas.microsoft.com/office/drawing/2014/main" id="{9FC1F125-4C03-4C2A-93EC-C19F5EE7DC1E}"/>
              </a:ext>
            </a:extLst>
          </p:cNvPr>
          <p:cNvSpPr>
            <a:spLocks xmlns:a="http://schemas.openxmlformats.org/drawingml/2006/main" noGrp="1"/>
          </p:cNvSpPr>
          <p:nvPr/>
        </p:nvSpPr>
        <p:spPr>
          <a:xfrm xmlns:a="http://schemas.openxmlformats.org/drawingml/2006/main">
            <a:off x="7620000" y="2562225"/>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2C1D18"/>
                </a:solidFill>
                <a:latin typeface="Noto Sans KR"/>
                <a:ea typeface="Noto Sans KR"/>
                <a:cs typeface="Noto Sans KR"/>
              </a:defRPr>
            </a:pPr>
            <a:r>
              <a:rPr sz="2100" b="1">
                <a:solidFill>
                  <a:srgbClr val="2C1D18"/>
                </a:solidFill>
                <a:latin typeface="Noto Sans KR"/>
                <a:ea typeface="Noto Sans KR"/>
                <a:cs typeface="Noto Sans KR"/>
              </a:rPr>
              <a:t>내 생각</a:t>
            </a:r>
          </a:p>
        </p:txBody>
      </p:sp>
      <p:sp>
        <p:nvSpPr>
          <p:cNvPr id="23" name="">
            <a:extLst xmlns:a="http://schemas.openxmlformats.org/drawingml/2006/main">
              <a:ext uri="{FF2B5EF4-FFF2-40B4-BE49-F238E27FC236}">
                <a16:creationId xmlns:a16="http://schemas.microsoft.com/office/drawing/2014/main" id="{205E74E1-EAD7-42F6-88EA-C715998B3019}"/>
              </a:ext>
            </a:extLst>
          </p:cNvPr>
          <p:cNvSpPr>
            <a:spLocks xmlns:a="http://schemas.openxmlformats.org/drawingml/2006/main" noGrp="1"/>
          </p:cNvSpPr>
          <p:nvPr/>
        </p:nvSpPr>
        <p:spPr>
          <a:xfrm xmlns:a="http://schemas.openxmlformats.org/drawingml/2006/main">
            <a:off x="7620000" y="3238500"/>
            <a:ext cx="152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저장 이유 · 질문</a:t>
            </a:r>
          </a:p>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개인 관점</a:t>
            </a:r>
          </a:p>
        </p:txBody>
      </p:sp>
      <p:sp>
        <p:nvSpPr>
          <p:cNvPr id="24" name="">
            <a:extLst xmlns:a="http://schemas.openxmlformats.org/drawingml/2006/main">
              <a:ext uri="{FF2B5EF4-FFF2-40B4-BE49-F238E27FC236}">
                <a16:creationId xmlns:a16="http://schemas.microsoft.com/office/drawing/2014/main" id="{F163496D-5C03-4BB1-839A-1DC59B56F85E}"/>
              </a:ext>
            </a:extLst>
          </p:cNvPr>
          <p:cNvSpPr>
            <a:spLocks xmlns:a="http://schemas.openxmlformats.org/drawingml/2006/main" noGrp="1"/>
          </p:cNvSpPr>
          <p:nvPr/>
        </p:nvSpPr>
        <p:spPr>
          <a:xfrm xmlns:a="http://schemas.openxmlformats.org/drawingml/2006/main">
            <a:off x="9353550" y="2838450"/>
            <a:ext cx="304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850" b="0">
                <a:solidFill>
                  <a:srgbClr val="865C46"/>
                </a:solidFill>
                <a:latin typeface="Noto Sans KR"/>
                <a:ea typeface="Noto Sans KR"/>
                <a:cs typeface="Noto Sans KR"/>
              </a:defRPr>
            </a:pPr>
            <a:r>
              <a:rPr sz="2850" b="0">
                <a:solidFill>
                  <a:srgbClr val="865C46"/>
                </a:solidFill>
                <a:latin typeface="Noto Sans KR"/>
                <a:ea typeface="Noto Sans KR"/>
                <a:cs typeface="Noto Sans KR"/>
              </a:rPr>
              <a:t>›</a:t>
            </a:r>
          </a:p>
        </p:txBody>
      </p:sp>
      <p:sp>
        <p:nvSpPr>
          <p:cNvPr id="25" name="">
            <a:extLst xmlns:a="http://schemas.openxmlformats.org/drawingml/2006/main">
              <a:ext uri="{FF2B5EF4-FFF2-40B4-BE49-F238E27FC236}">
                <a16:creationId xmlns:a16="http://schemas.microsoft.com/office/drawing/2014/main" id="{6EABA65E-2933-4B0F-B2A2-7B565005750D}"/>
              </a:ext>
            </a:extLst>
          </p:cNvPr>
          <p:cNvSpPr>
            <a:spLocks xmlns:a="http://schemas.openxmlformats.org/drawingml/2006/main" noGrp="1"/>
          </p:cNvSpPr>
          <p:nvPr/>
        </p:nvSpPr>
        <p:spPr>
          <a:xfrm xmlns:a="http://schemas.openxmlformats.org/drawingml/2006/main">
            <a:off x="9677400" y="1733550"/>
            <a:ext cx="1924050" cy="2857500"/>
          </a:xfrm>
          <a:prstGeom xmlns:a="http://schemas.openxmlformats.org/drawingml/2006/main" prst="rect">
            <a:avLst/>
          </a:prstGeom>
          <a:solidFill xmlns:a="http://schemas.openxmlformats.org/drawingml/2006/main">
            <a:srgbClr val="2C1D1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BBE15CE-965B-4499-8CD8-3BD9AFAD757A}"/>
              </a:ext>
            </a:extLst>
          </p:cNvPr>
          <p:cNvSpPr>
            <a:spLocks xmlns:a="http://schemas.openxmlformats.org/drawingml/2006/main" noGrp="1"/>
          </p:cNvSpPr>
          <p:nvPr/>
        </p:nvSpPr>
        <p:spPr>
          <a:xfrm xmlns:a="http://schemas.openxmlformats.org/drawingml/2006/main">
            <a:off x="9886950" y="19812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E8D9CB"/>
                </a:solidFill>
                <a:latin typeface="Noto Sans KR"/>
                <a:ea typeface="Noto Sans KR"/>
                <a:cs typeface="Noto Sans KR"/>
              </a:defRPr>
            </a:pPr>
            <a:r>
              <a:rPr sz="1500" b="1">
                <a:solidFill>
                  <a:srgbClr val="E8D9CB"/>
                </a:solidFill>
                <a:latin typeface="Noto Sans KR"/>
                <a:ea typeface="Noto Sans KR"/>
                <a:cs typeface="Noto Sans KR"/>
              </a:rPr>
              <a:t>05</a:t>
            </a:r>
          </a:p>
        </p:txBody>
      </p:sp>
      <p:sp>
        <p:nvSpPr>
          <p:cNvPr id="27" name="">
            <a:extLst xmlns:a="http://schemas.openxmlformats.org/drawingml/2006/main">
              <a:ext uri="{FF2B5EF4-FFF2-40B4-BE49-F238E27FC236}">
                <a16:creationId xmlns:a16="http://schemas.microsoft.com/office/drawing/2014/main" id="{882052C6-E54A-4DA1-960D-1A7EF3FA4E3C}"/>
              </a:ext>
            </a:extLst>
          </p:cNvPr>
          <p:cNvSpPr>
            <a:spLocks xmlns:a="http://schemas.openxmlformats.org/drawingml/2006/main" noGrp="1"/>
          </p:cNvSpPr>
          <p:nvPr/>
        </p:nvSpPr>
        <p:spPr>
          <a:xfrm xmlns:a="http://schemas.openxmlformats.org/drawingml/2006/main">
            <a:off x="9886950" y="2562225"/>
            <a:ext cx="152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F7F2EA"/>
                </a:solidFill>
                <a:latin typeface="Noto Sans KR"/>
                <a:ea typeface="Noto Sans KR"/>
                <a:cs typeface="Noto Sans KR"/>
              </a:defRPr>
            </a:pPr>
            <a:r>
              <a:rPr sz="2100" b="1">
                <a:solidFill>
                  <a:srgbClr val="F7F2EA"/>
                </a:solidFill>
                <a:latin typeface="Noto Sans KR"/>
                <a:ea typeface="Noto Sans KR"/>
                <a:cs typeface="Noto Sans KR"/>
              </a:rPr>
              <a:t>결과물</a:t>
            </a:r>
          </a:p>
        </p:txBody>
      </p:sp>
      <p:sp>
        <p:nvSpPr>
          <p:cNvPr id="28" name="">
            <a:extLst xmlns:a="http://schemas.openxmlformats.org/drawingml/2006/main">
              <a:ext uri="{FF2B5EF4-FFF2-40B4-BE49-F238E27FC236}">
                <a16:creationId xmlns:a16="http://schemas.microsoft.com/office/drawing/2014/main" id="{1898DB74-16D5-4E80-B9BC-071D670CCE14}"/>
              </a:ext>
            </a:extLst>
          </p:cNvPr>
          <p:cNvSpPr>
            <a:spLocks xmlns:a="http://schemas.openxmlformats.org/drawingml/2006/main" noGrp="1"/>
          </p:cNvSpPr>
          <p:nvPr/>
        </p:nvSpPr>
        <p:spPr>
          <a:xfrm xmlns:a="http://schemas.openxmlformats.org/drawingml/2006/main">
            <a:off x="9886950" y="3238500"/>
            <a:ext cx="152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E8D9CB"/>
                </a:solidFill>
                <a:latin typeface="Noto Sans KR"/>
                <a:ea typeface="Noto Sans KR"/>
                <a:cs typeface="Noto Sans KR"/>
              </a:defRPr>
            </a:pPr>
            <a:r>
              <a:rPr sz="1650" b="0">
                <a:solidFill>
                  <a:srgbClr val="E8D9CB"/>
                </a:solidFill>
                <a:latin typeface="Noto Sans KR"/>
                <a:ea typeface="Noto Sans KR"/>
                <a:cs typeface="Noto Sans KR"/>
              </a:rPr>
              <a:t>검색 · 다시 찾기</a:t>
            </a:r>
          </a:p>
          <a:p xmlns:a="http://schemas.openxmlformats.org/drawingml/2006/main">
            <a:pPr algn="l">
              <a:defRPr sz="1650" b="0">
                <a:solidFill>
                  <a:srgbClr val="E8D9CB"/>
                </a:solidFill>
                <a:latin typeface="Noto Sans KR"/>
                <a:ea typeface="Noto Sans KR"/>
                <a:cs typeface="Noto Sans KR"/>
              </a:defRPr>
            </a:pPr>
            <a:r>
              <a:rPr sz="1650" b="0">
                <a:solidFill>
                  <a:srgbClr val="E8D9CB"/>
                </a:solidFill>
                <a:latin typeface="Noto Sans KR"/>
                <a:ea typeface="Noto Sans KR"/>
                <a:cs typeface="Noto Sans KR"/>
              </a:rPr>
              <a:t>글로 이어 쓰기</a:t>
            </a:r>
          </a:p>
        </p:txBody>
      </p:sp>
      <p:sp>
        <p:nvSpPr>
          <p:cNvPr id="29" name="">
            <a:extLst xmlns:a="http://schemas.openxmlformats.org/drawingml/2006/main">
              <a:ext uri="{FF2B5EF4-FFF2-40B4-BE49-F238E27FC236}">
                <a16:creationId xmlns:a16="http://schemas.microsoft.com/office/drawing/2014/main" id="{5E1BE5DD-0DB9-48A2-A26C-459153C14FDE}"/>
              </a:ext>
            </a:extLst>
          </p:cNvPr>
          <p:cNvSpPr>
            <a:spLocks xmlns:a="http://schemas.openxmlformats.org/drawingml/2006/main" noGrp="1"/>
          </p:cNvSpPr>
          <p:nvPr/>
        </p:nvSpPr>
        <p:spPr>
          <a:xfrm xmlns:a="http://schemas.openxmlformats.org/drawingml/2006/main">
            <a:off x="647700" y="521970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865C46"/>
                </a:solidFill>
                <a:latin typeface="Noto Sans KR"/>
                <a:ea typeface="Noto Sans KR"/>
                <a:cs typeface="Noto Sans KR"/>
              </a:defRPr>
            </a:pPr>
            <a:r>
              <a:rPr sz="2100" b="1">
                <a:solidFill>
                  <a:srgbClr val="865C46"/>
                </a:solidFill>
                <a:latin typeface="Noto Sans KR"/>
                <a:ea typeface="Noto Sans KR"/>
                <a:cs typeface="Noto Sans KR"/>
              </a:rPr>
              <a:t>AI가 대신 완성하는 흐름보다 사용자가 원문을 확인하고 자기 생각을 결과물에 남기는 흐름을 선택했습니다</a:t>
            </a:r>
          </a:p>
        </p:txBody>
      </p:sp>
    </p:spTree>
    <p:extLst>
      <p:ext uri="{BB962C8B-B14F-4D97-AF65-F5344CB8AC3E}">
        <p14:creationId xmlns:p14="http://schemas.microsoft.com/office/powerpoint/2010/main" val="1280103811"/>
      </p:ext>
    </p:extLst>
  </p:cSld>
</p:sld>
</file>

<file path=ppt/slides/slide6.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639C42-72D4-419D-8FE1-83A487428E26}"/>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FDA68D-023C-4E4E-9334-E729EDF47A3C}"/>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실제 흐름 1: 링크와 본문 확보</a:t>
            </a:r>
          </a:p>
        </p:txBody>
      </p:sp>
      <p:sp>
        <p:nvSpPr>
          <p:cNvPr id="3" name="">
            <a:extLst xmlns:a="http://schemas.openxmlformats.org/drawingml/2006/main">
              <a:ext uri="{FF2B5EF4-FFF2-40B4-BE49-F238E27FC236}">
                <a16:creationId xmlns:a16="http://schemas.microsoft.com/office/drawing/2014/main" id="{89F64D38-2DF0-489C-BE7C-CDF81AD9FB17}"/>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4E07301B-F973-4C47-B182-ECF68F43E1A1}"/>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06</a:t>
            </a:r>
          </a:p>
        </p:txBody>
      </p:sp>
      <p:sp>
        <p:nvSpPr>
          <p:cNvPr id="5" name="">
            <a:extLst xmlns:a="http://schemas.openxmlformats.org/drawingml/2006/main">
              <a:ext uri="{FF2B5EF4-FFF2-40B4-BE49-F238E27FC236}">
                <a16:creationId xmlns:a16="http://schemas.microsoft.com/office/drawing/2014/main" id="{839E3EC9-CAE0-4ADD-9BE4-5092A2FC730F}"/>
              </a:ext>
            </a:extLst>
          </p:cNvPr>
          <p:cNvSpPr>
            <a:spLocks xmlns:a="http://schemas.openxmlformats.org/drawingml/2006/main" noGrp="1"/>
          </p:cNvSpPr>
          <p:nvPr/>
        </p:nvSpPr>
        <p:spPr>
          <a:xfrm xmlns:a="http://schemas.openxmlformats.org/drawingml/2006/main">
            <a:off x="762000" y="1381125"/>
            <a:ext cx="4762500" cy="417195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6" name="">
            <a:extLst xmlns:a="http://schemas.openxmlformats.org/drawingml/2006/main">
              <a:ext uri="{FF2B5EF4-FFF2-40B4-BE49-F238E27FC236}">
                <a16:creationId xmlns:a16="http://schemas.microsoft.com/office/drawing/2014/main" id="{4F8A0C5E-AD9E-4F51-A49A-2C708203C9AF}"/>
              </a:ext>
            </a:extLst>
          </p:cNvPr>
          <p:cNvSpPr>
            <a:spLocks xmlns:a="http://schemas.openxmlformats.org/drawingml/2006/main" noGrp="1"/>
          </p:cNvSpPr>
          <p:nvPr/>
        </p:nvSpPr>
        <p:spPr>
          <a:xfrm xmlns:a="http://schemas.openxmlformats.org/drawingml/2006/main">
            <a:off x="6667500" y="1381125"/>
            <a:ext cx="4762500" cy="417195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db41761156b483c"/>
          <a:stretch xmlns:a="http://schemas.openxmlformats.org/drawingml/2006/main"/>
        </p:blipFill>
        <p:spPr>
          <a:xfrm xmlns:a="http://schemas.openxmlformats.org/drawingml/2006/main">
            <a:off x="1599031" y="1562100"/>
            <a:ext cx="3088438" cy="32956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5cdb659feea47fa"/>
          <a:stretch xmlns:a="http://schemas.openxmlformats.org/drawingml/2006/main"/>
        </p:blipFill>
        <p:spPr>
          <a:xfrm xmlns:a="http://schemas.openxmlformats.org/drawingml/2006/main">
            <a:off x="7504531" y="1562100"/>
            <a:ext cx="3088438" cy="32956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FECA6C8-BCEA-44C4-B50F-0DD22053F3CE}"/>
              </a:ext>
            </a:extLst>
          </p:cNvPr>
          <p:cNvSpPr>
            <a:spLocks xmlns:a="http://schemas.openxmlformats.org/drawingml/2006/main" noGrp="1"/>
          </p:cNvSpPr>
          <p:nvPr/>
        </p:nvSpPr>
        <p:spPr>
          <a:xfrm xmlns:a="http://schemas.openxmlformats.org/drawingml/2006/main">
            <a:off x="990600" y="5010150"/>
            <a:ext cx="4305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C1D18"/>
                </a:solidFill>
                <a:latin typeface="Noto Sans KR"/>
                <a:ea typeface="Noto Sans KR"/>
                <a:cs typeface="Noto Sans KR"/>
              </a:defRPr>
            </a:pPr>
            <a:r>
              <a:rPr sz="1800" b="1">
                <a:solidFill>
                  <a:srgbClr val="2C1D18"/>
                </a:solidFill>
                <a:latin typeface="Noto Sans KR"/>
                <a:ea typeface="Noto Sans KR"/>
                <a:cs typeface="Noto Sans KR"/>
              </a:rPr>
              <a:t>01  영상 주소 입력</a:t>
            </a:r>
          </a:p>
        </p:txBody>
      </p:sp>
      <p:sp>
        <p:nvSpPr>
          <p:cNvPr id="10" name="">
            <a:extLst xmlns:a="http://schemas.openxmlformats.org/drawingml/2006/main">
              <a:ext uri="{FF2B5EF4-FFF2-40B4-BE49-F238E27FC236}">
                <a16:creationId xmlns:a16="http://schemas.microsoft.com/office/drawing/2014/main" id="{DC9C879B-AC04-4EE6-9649-491A4701042A}"/>
              </a:ext>
            </a:extLst>
          </p:cNvPr>
          <p:cNvSpPr>
            <a:spLocks xmlns:a="http://schemas.openxmlformats.org/drawingml/2006/main" noGrp="1"/>
          </p:cNvSpPr>
          <p:nvPr/>
        </p:nvSpPr>
        <p:spPr>
          <a:xfrm xmlns:a="http://schemas.openxmlformats.org/drawingml/2006/main">
            <a:off x="6896100" y="5010150"/>
            <a:ext cx="4305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C1D18"/>
                </a:solidFill>
                <a:latin typeface="Noto Sans KR"/>
                <a:ea typeface="Noto Sans KR"/>
                <a:cs typeface="Noto Sans KR"/>
              </a:defRPr>
            </a:pPr>
            <a:r>
              <a:rPr sz="1800" b="1">
                <a:solidFill>
                  <a:srgbClr val="2C1D18"/>
                </a:solidFill>
                <a:latin typeface="Noto Sans KR"/>
                <a:ea typeface="Noto Sans KR"/>
                <a:cs typeface="Noto Sans KR"/>
              </a:rPr>
              <a:t>02  공개 자막 기반 기록</a:t>
            </a:r>
          </a:p>
        </p:txBody>
      </p:sp>
      <p:sp>
        <p:nvSpPr>
          <p:cNvPr id="11" name="">
            <a:extLst xmlns:a="http://schemas.openxmlformats.org/drawingml/2006/main">
              <a:ext uri="{FF2B5EF4-FFF2-40B4-BE49-F238E27FC236}">
                <a16:creationId xmlns:a16="http://schemas.microsoft.com/office/drawing/2014/main" id="{892DDC5E-C76F-444C-A694-46681D5E4DAF}"/>
              </a:ext>
            </a:extLst>
          </p:cNvPr>
          <p:cNvSpPr>
            <a:spLocks xmlns:a="http://schemas.openxmlformats.org/drawingml/2006/main" noGrp="1"/>
          </p:cNvSpPr>
          <p:nvPr/>
        </p:nvSpPr>
        <p:spPr>
          <a:xfrm xmlns:a="http://schemas.openxmlformats.org/drawingml/2006/main">
            <a:off x="781050" y="58007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0">
                <a:solidFill>
                  <a:srgbClr val="5F534C"/>
                </a:solidFill>
                <a:latin typeface="Noto Sans KR"/>
                <a:ea typeface="Noto Sans KR"/>
                <a:cs typeface="Noto Sans KR"/>
              </a:defRPr>
            </a:pPr>
            <a:r>
              <a:rPr sz="1500" b="0">
                <a:solidFill>
                  <a:srgbClr val="5F534C"/>
                </a:solidFill>
                <a:latin typeface="Noto Sans KR"/>
                <a:ea typeface="Noto Sans KR"/>
                <a:cs typeface="Noto Sans KR"/>
              </a:rPr>
              <a:t>확인 범위: 공개 자막 21,964자 · 자막이 없으면 직접 스크립트 입력</a:t>
            </a:r>
          </a:p>
        </p:txBody>
      </p:sp>
    </p:spTree>
    <p:extLst>
      <p:ext uri="{BB962C8B-B14F-4D97-AF65-F5344CB8AC3E}">
        <p14:creationId xmlns:p14="http://schemas.microsoft.com/office/powerpoint/2010/main" val="1587914580"/>
      </p:ext>
    </p:extLst>
  </p:cSld>
</p:sld>
</file>

<file path=ppt/slides/slide7.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B06ADB-8102-4BCC-B8ED-34197440D39D}"/>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6611C2-EDB1-4110-BEC0-635C429670DC}"/>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실제 흐름 2: 근거와 내 생각 분리</a:t>
            </a:r>
          </a:p>
        </p:txBody>
      </p:sp>
      <p:sp>
        <p:nvSpPr>
          <p:cNvPr id="3" name="">
            <a:extLst xmlns:a="http://schemas.openxmlformats.org/drawingml/2006/main">
              <a:ext uri="{FF2B5EF4-FFF2-40B4-BE49-F238E27FC236}">
                <a16:creationId xmlns:a16="http://schemas.microsoft.com/office/drawing/2014/main" id="{DF00F761-A906-4558-92E3-B3AE454F6541}"/>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4649CDC5-98EE-4A23-93CB-7D0A3AB21D66}"/>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07</a:t>
            </a:r>
          </a:p>
        </p:txBody>
      </p:sp>
      <p:sp>
        <p:nvSpPr>
          <p:cNvPr id="5" name="">
            <a:extLst xmlns:a="http://schemas.openxmlformats.org/drawingml/2006/main">
              <a:ext uri="{FF2B5EF4-FFF2-40B4-BE49-F238E27FC236}">
                <a16:creationId xmlns:a16="http://schemas.microsoft.com/office/drawing/2014/main" id="{687354B7-A73B-4C1C-9246-773DFE8C204A}"/>
              </a:ext>
            </a:extLst>
          </p:cNvPr>
          <p:cNvSpPr>
            <a:spLocks xmlns:a="http://schemas.openxmlformats.org/drawingml/2006/main" noGrp="1"/>
          </p:cNvSpPr>
          <p:nvPr/>
        </p:nvSpPr>
        <p:spPr>
          <a:xfrm xmlns:a="http://schemas.openxmlformats.org/drawingml/2006/main">
            <a:off x="762000" y="1381125"/>
            <a:ext cx="4762500" cy="417195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6" name="">
            <a:extLst xmlns:a="http://schemas.openxmlformats.org/drawingml/2006/main">
              <a:ext uri="{FF2B5EF4-FFF2-40B4-BE49-F238E27FC236}">
                <a16:creationId xmlns:a16="http://schemas.microsoft.com/office/drawing/2014/main" id="{F39983EB-D322-4DA7-B23F-CBF3167956A3}"/>
              </a:ext>
            </a:extLst>
          </p:cNvPr>
          <p:cNvSpPr>
            <a:spLocks xmlns:a="http://schemas.openxmlformats.org/drawingml/2006/main" noGrp="1"/>
          </p:cNvSpPr>
          <p:nvPr/>
        </p:nvSpPr>
        <p:spPr>
          <a:xfrm xmlns:a="http://schemas.openxmlformats.org/drawingml/2006/main">
            <a:off x="6667500" y="1381125"/>
            <a:ext cx="4762500" cy="417195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10f4bb7a0704488"/>
          <a:stretch xmlns:a="http://schemas.openxmlformats.org/drawingml/2006/main"/>
        </p:blipFill>
        <p:spPr>
          <a:xfrm xmlns:a="http://schemas.openxmlformats.org/drawingml/2006/main">
            <a:off x="1599031" y="1562100"/>
            <a:ext cx="3088438" cy="32956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a753095b95f4834"/>
          <a:stretch xmlns:a="http://schemas.openxmlformats.org/drawingml/2006/main"/>
        </p:blipFill>
        <p:spPr>
          <a:xfrm xmlns:a="http://schemas.openxmlformats.org/drawingml/2006/main">
            <a:off x="7504531" y="1562100"/>
            <a:ext cx="3088438" cy="32956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D5E7B8E-C27D-4193-A4F2-88451432C213}"/>
              </a:ext>
            </a:extLst>
          </p:cNvPr>
          <p:cNvSpPr>
            <a:spLocks xmlns:a="http://schemas.openxmlformats.org/drawingml/2006/main" noGrp="1"/>
          </p:cNvSpPr>
          <p:nvPr/>
        </p:nvSpPr>
        <p:spPr>
          <a:xfrm xmlns:a="http://schemas.openxmlformats.org/drawingml/2006/main">
            <a:off x="990600" y="5010150"/>
            <a:ext cx="4305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C1D18"/>
                </a:solidFill>
                <a:latin typeface="Noto Sans KR"/>
                <a:ea typeface="Noto Sans KR"/>
                <a:cs typeface="Noto Sans KR"/>
              </a:defRPr>
            </a:pPr>
            <a:r>
              <a:rPr sz="1800" b="1">
                <a:solidFill>
                  <a:srgbClr val="2C1D18"/>
                </a:solidFill>
                <a:latin typeface="Noto Sans KR"/>
                <a:ea typeface="Noto Sans KR"/>
                <a:cs typeface="Noto Sans KR"/>
              </a:rPr>
              <a:t>03  근거가 있는 AI 정리</a:t>
            </a:r>
          </a:p>
        </p:txBody>
      </p:sp>
      <p:sp>
        <p:nvSpPr>
          <p:cNvPr id="10" name="">
            <a:extLst xmlns:a="http://schemas.openxmlformats.org/drawingml/2006/main">
              <a:ext uri="{FF2B5EF4-FFF2-40B4-BE49-F238E27FC236}">
                <a16:creationId xmlns:a16="http://schemas.microsoft.com/office/drawing/2014/main" id="{C2C029E7-F4DE-4C7D-9DFD-EBFEEDCA8D19}"/>
              </a:ext>
            </a:extLst>
          </p:cNvPr>
          <p:cNvSpPr>
            <a:spLocks xmlns:a="http://schemas.openxmlformats.org/drawingml/2006/main" noGrp="1"/>
          </p:cNvSpPr>
          <p:nvPr/>
        </p:nvSpPr>
        <p:spPr>
          <a:xfrm xmlns:a="http://schemas.openxmlformats.org/drawingml/2006/main">
            <a:off x="6896100" y="5010150"/>
            <a:ext cx="4305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C1D18"/>
                </a:solidFill>
                <a:latin typeface="Noto Sans KR"/>
                <a:ea typeface="Noto Sans KR"/>
                <a:cs typeface="Noto Sans KR"/>
              </a:defRPr>
            </a:pPr>
            <a:r>
              <a:rPr sz="1800" b="1">
                <a:solidFill>
                  <a:srgbClr val="2C1D18"/>
                </a:solidFill>
                <a:latin typeface="Noto Sans KR"/>
                <a:ea typeface="Noto Sans KR"/>
                <a:cs typeface="Noto Sans KR"/>
              </a:rPr>
              <a:t>04  사용자의 생각을 별도 기록</a:t>
            </a:r>
          </a:p>
        </p:txBody>
      </p:sp>
      <p:sp>
        <p:nvSpPr>
          <p:cNvPr id="11" name="">
            <a:extLst xmlns:a="http://schemas.openxmlformats.org/drawingml/2006/main">
              <a:ext uri="{FF2B5EF4-FFF2-40B4-BE49-F238E27FC236}">
                <a16:creationId xmlns:a16="http://schemas.microsoft.com/office/drawing/2014/main" id="{ED027C14-586B-4014-BD71-5BC27A3F2CB5}"/>
              </a:ext>
            </a:extLst>
          </p:cNvPr>
          <p:cNvSpPr>
            <a:spLocks xmlns:a="http://schemas.openxmlformats.org/drawingml/2006/main" noGrp="1"/>
          </p:cNvSpPr>
          <p:nvPr/>
        </p:nvSpPr>
        <p:spPr>
          <a:xfrm xmlns:a="http://schemas.openxmlformats.org/drawingml/2006/main">
            <a:off x="781050" y="58007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0">
                <a:solidFill>
                  <a:srgbClr val="5F534C"/>
                </a:solidFill>
                <a:latin typeface="Noto Sans KR"/>
                <a:ea typeface="Noto Sans KR"/>
                <a:cs typeface="Noto Sans KR"/>
              </a:defRPr>
            </a:pPr>
            <a:r>
              <a:rPr sz="1500" b="0">
                <a:solidFill>
                  <a:srgbClr val="5F534C"/>
                </a:solidFill>
                <a:latin typeface="Noto Sans KR"/>
                <a:ea typeface="Noto Sans KR"/>
                <a:cs typeface="Noto Sans KR"/>
              </a:rPr>
              <a:t>사실 · 자료 작성자의 주장 · AI 해석 · 사용자 의견을 구분</a:t>
            </a:r>
          </a:p>
        </p:txBody>
      </p:sp>
    </p:spTree>
    <p:extLst>
      <p:ext uri="{BB962C8B-B14F-4D97-AF65-F5344CB8AC3E}">
        <p14:creationId xmlns:p14="http://schemas.microsoft.com/office/powerpoint/2010/main" val="898328654"/>
      </p:ext>
    </p:extLst>
  </p:cSld>
</p:sld>
</file>

<file path=ppt/slides/slide8.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024367-3954-4EC2-ABA9-F5B5BBFC2FA9}"/>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C543FC-D7DE-46AA-9092-DD4E35A75E2B}"/>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실제 흐름 3: 지난 맥락을 글에 연결</a:t>
            </a:r>
          </a:p>
        </p:txBody>
      </p:sp>
      <p:sp>
        <p:nvSpPr>
          <p:cNvPr id="3" name="">
            <a:extLst xmlns:a="http://schemas.openxmlformats.org/drawingml/2006/main">
              <a:ext uri="{FF2B5EF4-FFF2-40B4-BE49-F238E27FC236}">
                <a16:creationId xmlns:a16="http://schemas.microsoft.com/office/drawing/2014/main" id="{0EBE2943-D19C-42CD-83FA-164ABEE3406D}"/>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39BFE846-E41A-468E-9776-6CFBC7109082}"/>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08</a:t>
            </a:r>
          </a:p>
        </p:txBody>
      </p:sp>
      <p:sp>
        <p:nvSpPr>
          <p:cNvPr id="5" name="">
            <a:extLst xmlns:a="http://schemas.openxmlformats.org/drawingml/2006/main">
              <a:ext uri="{FF2B5EF4-FFF2-40B4-BE49-F238E27FC236}">
                <a16:creationId xmlns:a16="http://schemas.microsoft.com/office/drawing/2014/main" id="{C386D17B-C6EF-42F2-840A-3642773D09D7}"/>
              </a:ext>
            </a:extLst>
          </p:cNvPr>
          <p:cNvSpPr>
            <a:spLocks xmlns:a="http://schemas.openxmlformats.org/drawingml/2006/main" noGrp="1"/>
          </p:cNvSpPr>
          <p:nvPr/>
        </p:nvSpPr>
        <p:spPr>
          <a:xfrm xmlns:a="http://schemas.openxmlformats.org/drawingml/2006/main">
            <a:off x="762000" y="1381125"/>
            <a:ext cx="4762500" cy="417195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6" name="">
            <a:extLst xmlns:a="http://schemas.openxmlformats.org/drawingml/2006/main">
              <a:ext uri="{FF2B5EF4-FFF2-40B4-BE49-F238E27FC236}">
                <a16:creationId xmlns:a16="http://schemas.microsoft.com/office/drawing/2014/main" id="{15487AD4-A7C0-42EC-A76A-9A380C0B8CC4}"/>
              </a:ext>
            </a:extLst>
          </p:cNvPr>
          <p:cNvSpPr>
            <a:spLocks xmlns:a="http://schemas.openxmlformats.org/drawingml/2006/main" noGrp="1"/>
          </p:cNvSpPr>
          <p:nvPr/>
        </p:nvSpPr>
        <p:spPr>
          <a:xfrm xmlns:a="http://schemas.openxmlformats.org/drawingml/2006/main">
            <a:off x="6667500" y="1381125"/>
            <a:ext cx="4762500" cy="417195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cdf53d7dcf443ed"/>
          <a:stretch xmlns:a="http://schemas.openxmlformats.org/drawingml/2006/main"/>
        </p:blipFill>
        <p:spPr>
          <a:xfrm xmlns:a="http://schemas.openxmlformats.org/drawingml/2006/main">
            <a:off x="1599031" y="1562100"/>
            <a:ext cx="3088438" cy="32956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a8cc023249a4fac"/>
          <a:stretch xmlns:a="http://schemas.openxmlformats.org/drawingml/2006/main"/>
        </p:blipFill>
        <p:spPr>
          <a:xfrm xmlns:a="http://schemas.openxmlformats.org/drawingml/2006/main">
            <a:off x="7504531" y="1562100"/>
            <a:ext cx="3088438" cy="32956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00C635E-376E-4698-980D-DCB591B4CCE3}"/>
              </a:ext>
            </a:extLst>
          </p:cNvPr>
          <p:cNvSpPr>
            <a:spLocks xmlns:a="http://schemas.openxmlformats.org/drawingml/2006/main" noGrp="1"/>
          </p:cNvSpPr>
          <p:nvPr/>
        </p:nvSpPr>
        <p:spPr>
          <a:xfrm xmlns:a="http://schemas.openxmlformats.org/drawingml/2006/main">
            <a:off x="990600" y="5010150"/>
            <a:ext cx="4305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C1D18"/>
                </a:solidFill>
                <a:latin typeface="Noto Sans KR"/>
                <a:ea typeface="Noto Sans KR"/>
                <a:cs typeface="Noto Sans KR"/>
              </a:defRPr>
            </a:pPr>
            <a:r>
              <a:rPr sz="1800" b="1">
                <a:solidFill>
                  <a:srgbClr val="2C1D18"/>
                </a:solidFill>
                <a:latin typeface="Noto Sans KR"/>
                <a:ea typeface="Noto Sans KR"/>
                <a:cs typeface="Noto Sans KR"/>
              </a:rPr>
              <a:t>05  지난 생각을 창작 화면으로</a:t>
            </a:r>
          </a:p>
        </p:txBody>
      </p:sp>
      <p:sp>
        <p:nvSpPr>
          <p:cNvPr id="10" name="">
            <a:extLst xmlns:a="http://schemas.openxmlformats.org/drawingml/2006/main">
              <a:ext uri="{FF2B5EF4-FFF2-40B4-BE49-F238E27FC236}">
                <a16:creationId xmlns:a16="http://schemas.microsoft.com/office/drawing/2014/main" id="{96BA35E0-6FDA-4A0C-A4C6-1E08D0B4E1C4}"/>
              </a:ext>
            </a:extLst>
          </p:cNvPr>
          <p:cNvSpPr>
            <a:spLocks xmlns:a="http://schemas.openxmlformats.org/drawingml/2006/main" noGrp="1"/>
          </p:cNvSpPr>
          <p:nvPr/>
        </p:nvSpPr>
        <p:spPr>
          <a:xfrm xmlns:a="http://schemas.openxmlformats.org/drawingml/2006/main">
            <a:off x="6896100" y="5010150"/>
            <a:ext cx="4305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C1D18"/>
                </a:solidFill>
                <a:latin typeface="Noto Sans KR"/>
                <a:ea typeface="Noto Sans KR"/>
                <a:cs typeface="Noto Sans KR"/>
              </a:defRPr>
            </a:pPr>
            <a:r>
              <a:rPr sz="1800" b="1">
                <a:solidFill>
                  <a:srgbClr val="2C1D18"/>
                </a:solidFill>
                <a:latin typeface="Noto Sans KR"/>
                <a:ea typeface="Noto Sans KR"/>
                <a:cs typeface="Noto Sans KR"/>
              </a:rPr>
              <a:t>06  제목과 본문을 직접 편집</a:t>
            </a:r>
          </a:p>
        </p:txBody>
      </p:sp>
      <p:sp>
        <p:nvSpPr>
          <p:cNvPr id="11" name="">
            <a:extLst xmlns:a="http://schemas.openxmlformats.org/drawingml/2006/main">
              <a:ext uri="{FF2B5EF4-FFF2-40B4-BE49-F238E27FC236}">
                <a16:creationId xmlns:a16="http://schemas.microsoft.com/office/drawing/2014/main" id="{39CC9FDD-C4C1-4573-BCA3-54CD4ADB76F8}"/>
              </a:ext>
            </a:extLst>
          </p:cNvPr>
          <p:cNvSpPr>
            <a:spLocks xmlns:a="http://schemas.openxmlformats.org/drawingml/2006/main" noGrp="1"/>
          </p:cNvSpPr>
          <p:nvPr/>
        </p:nvSpPr>
        <p:spPr>
          <a:xfrm xmlns:a="http://schemas.openxmlformats.org/drawingml/2006/main">
            <a:off x="781050" y="58007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0">
                <a:solidFill>
                  <a:srgbClr val="5F534C"/>
                </a:solidFill>
                <a:latin typeface="Noto Sans KR"/>
                <a:ea typeface="Noto Sans KR"/>
                <a:cs typeface="Noto Sans KR"/>
              </a:defRPr>
            </a:pPr>
            <a:r>
              <a:rPr sz="1500" b="0">
                <a:solidFill>
                  <a:srgbClr val="5F534C"/>
                </a:solidFill>
                <a:latin typeface="Noto Sans KR"/>
                <a:ea typeface="Noto Sans KR"/>
                <a:cs typeface="Noto Sans KR"/>
              </a:rPr>
              <a:t>필요할 때만 AI 표현 제안을 받고 사용자가 고친 글은 덮어쓰지 않음</a:t>
            </a:r>
          </a:p>
        </p:txBody>
      </p:sp>
    </p:spTree>
    <p:extLst>
      <p:ext uri="{BB962C8B-B14F-4D97-AF65-F5344CB8AC3E}">
        <p14:creationId xmlns:p14="http://schemas.microsoft.com/office/powerpoint/2010/main" val="869784241"/>
      </p:ext>
    </p:extLst>
  </p:cSld>
</p:sld>
</file>

<file path=ppt/slides/slide9.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CC285D4-BE89-44CD-B208-16D9E5431240}"/>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27CCCA-86C7-465B-B1F3-6A1716FE2E8A}"/>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사용자 시험과 개선 계획</a:t>
            </a:r>
          </a:p>
        </p:txBody>
      </p:sp>
      <p:sp>
        <p:nvSpPr>
          <p:cNvPr id="3" name="">
            <a:extLst xmlns:a="http://schemas.openxmlformats.org/drawingml/2006/main">
              <a:ext uri="{FF2B5EF4-FFF2-40B4-BE49-F238E27FC236}">
                <a16:creationId xmlns:a16="http://schemas.microsoft.com/office/drawing/2014/main" id="{E46A93BB-6B22-4BBD-AA47-F52C85883617}"/>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47044750-16D1-47C0-8F9C-2E8607CA14E4}"/>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09</a:t>
            </a:r>
          </a:p>
        </p:txBody>
      </p:sp>
      <p:sp>
        <p:nvSpPr>
          <p:cNvPr id="5" name="">
            <a:extLst xmlns:a="http://schemas.openxmlformats.org/drawingml/2006/main">
              <a:ext uri="{FF2B5EF4-FFF2-40B4-BE49-F238E27FC236}">
                <a16:creationId xmlns:a16="http://schemas.microsoft.com/office/drawing/2014/main" id="{5A56D8E7-4021-4EEE-8C0F-A98FC11BAD72}"/>
              </a:ext>
            </a:extLst>
          </p:cNvPr>
          <p:cNvSpPr>
            <a:spLocks xmlns:a="http://schemas.openxmlformats.org/drawingml/2006/main" noGrp="1"/>
          </p:cNvSpPr>
          <p:nvPr/>
        </p:nvSpPr>
        <p:spPr>
          <a:xfrm xmlns:a="http://schemas.openxmlformats.org/drawingml/2006/main">
            <a:off x="742950" y="1809750"/>
            <a:ext cx="4286250" cy="1524000"/>
          </a:xfrm>
          <a:prstGeom xmlns:a="http://schemas.openxmlformats.org/drawingml/2006/main" prst="rect">
            <a:avLst/>
          </a:prstGeom>
          <a:solidFill xmlns:a="http://schemas.openxmlformats.org/drawingml/2006/main">
            <a:srgbClr val="FFFDF9"/>
          </a:solidFill>
          <a:ln xmlns:a="http://schemas.openxmlformats.org/drawingml/2006/main" w="9525">
            <a:solidFill>
              <a:srgbClr val="865C46"/>
            </a:solidFill>
          </a:ln>
        </p:spPr>
      </p:sp>
      <p:sp>
        <p:nvSpPr>
          <p:cNvPr id="6" name="">
            <a:extLst xmlns:a="http://schemas.openxmlformats.org/drawingml/2006/main">
              <a:ext uri="{FF2B5EF4-FFF2-40B4-BE49-F238E27FC236}">
                <a16:creationId xmlns:a16="http://schemas.microsoft.com/office/drawing/2014/main" id="{28A04DA3-F972-471C-A71E-57D70FB116AB}"/>
              </a:ext>
            </a:extLst>
          </p:cNvPr>
          <p:cNvSpPr>
            <a:spLocks xmlns:a="http://schemas.openxmlformats.org/drawingml/2006/main" noGrp="1"/>
          </p:cNvSpPr>
          <p:nvPr/>
        </p:nvSpPr>
        <p:spPr>
          <a:xfrm xmlns:a="http://schemas.openxmlformats.org/drawingml/2006/main">
            <a:off x="971550" y="20193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865C46"/>
                </a:solidFill>
                <a:latin typeface="Noto Sans KR"/>
                <a:ea typeface="Noto Sans KR"/>
                <a:cs typeface="Noto Sans KR"/>
              </a:defRPr>
            </a:pPr>
            <a:r>
              <a:rPr sz="1500" b="1">
                <a:solidFill>
                  <a:srgbClr val="865C46"/>
                </a:solidFill>
                <a:latin typeface="Noto Sans KR"/>
                <a:ea typeface="Noto Sans KR"/>
                <a:cs typeface="Noto Sans KR"/>
              </a:rPr>
              <a:t>01</a:t>
            </a:r>
          </a:p>
        </p:txBody>
      </p:sp>
      <p:sp>
        <p:nvSpPr>
          <p:cNvPr id="7" name="">
            <a:extLst xmlns:a="http://schemas.openxmlformats.org/drawingml/2006/main">
              <a:ext uri="{FF2B5EF4-FFF2-40B4-BE49-F238E27FC236}">
                <a16:creationId xmlns:a16="http://schemas.microsoft.com/office/drawing/2014/main" id="{195B956A-F889-4BC8-8FAD-FDB61721FEAA}"/>
              </a:ext>
            </a:extLst>
          </p:cNvPr>
          <p:cNvSpPr>
            <a:spLocks xmlns:a="http://schemas.openxmlformats.org/drawingml/2006/main" noGrp="1"/>
          </p:cNvSpPr>
          <p:nvPr/>
        </p:nvSpPr>
        <p:spPr>
          <a:xfrm xmlns:a="http://schemas.openxmlformats.org/drawingml/2006/main">
            <a:off x="1600200" y="2000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2C1D18"/>
                </a:solidFill>
                <a:latin typeface="Noto Sans KR"/>
                <a:ea typeface="Noto Sans KR"/>
                <a:cs typeface="Noto Sans KR"/>
              </a:defRPr>
            </a:pPr>
            <a:r>
              <a:rPr sz="2175" b="1">
                <a:solidFill>
                  <a:srgbClr val="2C1D18"/>
                </a:solidFill>
                <a:latin typeface="Noto Sans KR"/>
                <a:ea typeface="Noto Sans KR"/>
                <a:cs typeface="Noto Sans KR"/>
              </a:rPr>
              <a:t>가설</a:t>
            </a:r>
          </a:p>
        </p:txBody>
      </p:sp>
      <p:sp>
        <p:nvSpPr>
          <p:cNvPr id="8" name="">
            <a:extLst xmlns:a="http://schemas.openxmlformats.org/drawingml/2006/main">
              <a:ext uri="{FF2B5EF4-FFF2-40B4-BE49-F238E27FC236}">
                <a16:creationId xmlns:a16="http://schemas.microsoft.com/office/drawing/2014/main" id="{D51BBF5F-3D39-45FE-A6AA-30B2D1B1B2FD}"/>
              </a:ext>
            </a:extLst>
          </p:cNvPr>
          <p:cNvSpPr>
            <a:spLocks xmlns:a="http://schemas.openxmlformats.org/drawingml/2006/main" noGrp="1"/>
          </p:cNvSpPr>
          <p:nvPr/>
        </p:nvSpPr>
        <p:spPr>
          <a:xfrm xmlns:a="http://schemas.openxmlformats.org/drawingml/2006/main">
            <a:off x="1600200" y="249555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누구의 어떤 문제인지</a:t>
            </a:r>
          </a:p>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판정 기준을 먼저 기록</a:t>
            </a:r>
          </a:p>
        </p:txBody>
      </p:sp>
      <p:sp>
        <p:nvSpPr>
          <p:cNvPr id="9" name="">
            <a:extLst xmlns:a="http://schemas.openxmlformats.org/drawingml/2006/main">
              <a:ext uri="{FF2B5EF4-FFF2-40B4-BE49-F238E27FC236}">
                <a16:creationId xmlns:a16="http://schemas.microsoft.com/office/drawing/2014/main" id="{1F3E1DF0-7F22-4ADD-8EF4-C92E2B82F800}"/>
              </a:ext>
            </a:extLst>
          </p:cNvPr>
          <p:cNvSpPr>
            <a:spLocks xmlns:a="http://schemas.openxmlformats.org/drawingml/2006/main" noGrp="1"/>
          </p:cNvSpPr>
          <p:nvPr/>
        </p:nvSpPr>
        <p:spPr>
          <a:xfrm xmlns:a="http://schemas.openxmlformats.org/drawingml/2006/main">
            <a:off x="6477000" y="1809750"/>
            <a:ext cx="4286250" cy="1524000"/>
          </a:xfrm>
          <a:prstGeom xmlns:a="http://schemas.openxmlformats.org/drawingml/2006/main" prst="rect">
            <a:avLst/>
          </a:prstGeom>
          <a:solidFill xmlns:a="http://schemas.openxmlformats.org/drawingml/2006/main">
            <a:srgbClr val="FFFDF9"/>
          </a:solidFill>
          <a:ln xmlns:a="http://schemas.openxmlformats.org/drawingml/2006/main" w="9525">
            <a:solidFill>
              <a:srgbClr val="516B80"/>
            </a:solidFill>
          </a:ln>
        </p:spPr>
      </p:sp>
      <p:sp>
        <p:nvSpPr>
          <p:cNvPr id="10" name="">
            <a:extLst xmlns:a="http://schemas.openxmlformats.org/drawingml/2006/main">
              <a:ext uri="{FF2B5EF4-FFF2-40B4-BE49-F238E27FC236}">
                <a16:creationId xmlns:a16="http://schemas.microsoft.com/office/drawing/2014/main" id="{7E0BEE9D-8058-4979-97C1-6DDF482824FF}"/>
              </a:ext>
            </a:extLst>
          </p:cNvPr>
          <p:cNvSpPr>
            <a:spLocks xmlns:a="http://schemas.openxmlformats.org/drawingml/2006/main" noGrp="1"/>
          </p:cNvSpPr>
          <p:nvPr/>
        </p:nvSpPr>
        <p:spPr>
          <a:xfrm xmlns:a="http://schemas.openxmlformats.org/drawingml/2006/main">
            <a:off x="6705600" y="20193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516B80"/>
                </a:solidFill>
                <a:latin typeface="Noto Sans KR"/>
                <a:ea typeface="Noto Sans KR"/>
                <a:cs typeface="Noto Sans KR"/>
              </a:defRPr>
            </a:pPr>
            <a:r>
              <a:rPr sz="1500" b="1">
                <a:solidFill>
                  <a:srgbClr val="516B80"/>
                </a:solidFill>
                <a:latin typeface="Noto Sans KR"/>
                <a:ea typeface="Noto Sans KR"/>
                <a:cs typeface="Noto Sans KR"/>
              </a:rPr>
              <a:t>02</a:t>
            </a:r>
          </a:p>
        </p:txBody>
      </p:sp>
      <p:sp>
        <p:nvSpPr>
          <p:cNvPr id="11" name="">
            <a:extLst xmlns:a="http://schemas.openxmlformats.org/drawingml/2006/main">
              <a:ext uri="{FF2B5EF4-FFF2-40B4-BE49-F238E27FC236}">
                <a16:creationId xmlns:a16="http://schemas.microsoft.com/office/drawing/2014/main" id="{5C00443C-3DDB-4AF0-9870-9C38B8A1C9BE}"/>
              </a:ext>
            </a:extLst>
          </p:cNvPr>
          <p:cNvSpPr>
            <a:spLocks xmlns:a="http://schemas.openxmlformats.org/drawingml/2006/main" noGrp="1"/>
          </p:cNvSpPr>
          <p:nvPr/>
        </p:nvSpPr>
        <p:spPr>
          <a:xfrm xmlns:a="http://schemas.openxmlformats.org/drawingml/2006/main">
            <a:off x="7334250" y="2000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2C1D18"/>
                </a:solidFill>
                <a:latin typeface="Noto Sans KR"/>
                <a:ea typeface="Noto Sans KR"/>
                <a:cs typeface="Noto Sans KR"/>
              </a:defRPr>
            </a:pPr>
            <a:r>
              <a:rPr sz="2175" b="1">
                <a:solidFill>
                  <a:srgbClr val="2C1D18"/>
                </a:solidFill>
                <a:latin typeface="Noto Sans KR"/>
                <a:ea typeface="Noto Sans KR"/>
                <a:cs typeface="Noto Sans KR"/>
              </a:rPr>
              <a:t>관찰</a:t>
            </a:r>
          </a:p>
        </p:txBody>
      </p:sp>
      <p:sp>
        <p:nvSpPr>
          <p:cNvPr id="12" name="">
            <a:extLst xmlns:a="http://schemas.openxmlformats.org/drawingml/2006/main">
              <a:ext uri="{FF2B5EF4-FFF2-40B4-BE49-F238E27FC236}">
                <a16:creationId xmlns:a16="http://schemas.microsoft.com/office/drawing/2014/main" id="{ED55EF5F-306D-490E-BED3-590C03261ABF}"/>
              </a:ext>
            </a:extLst>
          </p:cNvPr>
          <p:cNvSpPr>
            <a:spLocks xmlns:a="http://schemas.openxmlformats.org/drawingml/2006/main" noGrp="1"/>
          </p:cNvSpPr>
          <p:nvPr/>
        </p:nvSpPr>
        <p:spPr>
          <a:xfrm xmlns:a="http://schemas.openxmlformats.org/drawingml/2006/main">
            <a:off x="7334250" y="249555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완료 여부 · 걸린 시간</a:t>
            </a:r>
          </a:p>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막힌 위치와 이유</a:t>
            </a:r>
          </a:p>
        </p:txBody>
      </p:sp>
      <p:sp>
        <p:nvSpPr>
          <p:cNvPr id="13" name="">
            <a:extLst xmlns:a="http://schemas.openxmlformats.org/drawingml/2006/main">
              <a:ext uri="{FF2B5EF4-FFF2-40B4-BE49-F238E27FC236}">
                <a16:creationId xmlns:a16="http://schemas.microsoft.com/office/drawing/2014/main" id="{0FD6663E-4C55-4087-8762-B18DEC2F54F3}"/>
              </a:ext>
            </a:extLst>
          </p:cNvPr>
          <p:cNvSpPr>
            <a:spLocks xmlns:a="http://schemas.openxmlformats.org/drawingml/2006/main" noGrp="1"/>
          </p:cNvSpPr>
          <p:nvPr/>
        </p:nvSpPr>
        <p:spPr>
          <a:xfrm xmlns:a="http://schemas.openxmlformats.org/drawingml/2006/main">
            <a:off x="6477000" y="4095750"/>
            <a:ext cx="4286250" cy="1524000"/>
          </a:xfrm>
          <a:prstGeom xmlns:a="http://schemas.openxmlformats.org/drawingml/2006/main" prst="rect">
            <a:avLst/>
          </a:prstGeom>
          <a:solidFill xmlns:a="http://schemas.openxmlformats.org/drawingml/2006/main">
            <a:srgbClr val="FFFDF9"/>
          </a:solidFill>
          <a:ln xmlns:a="http://schemas.openxmlformats.org/drawingml/2006/main" w="9525">
            <a:solidFill>
              <a:srgbClr val="637664"/>
            </a:solidFill>
          </a:ln>
        </p:spPr>
      </p:sp>
      <p:sp>
        <p:nvSpPr>
          <p:cNvPr id="14" name="">
            <a:extLst xmlns:a="http://schemas.openxmlformats.org/drawingml/2006/main">
              <a:ext uri="{FF2B5EF4-FFF2-40B4-BE49-F238E27FC236}">
                <a16:creationId xmlns:a16="http://schemas.microsoft.com/office/drawing/2014/main" id="{B8D9A99B-4059-45FC-95E4-422939EAFD5E}"/>
              </a:ext>
            </a:extLst>
          </p:cNvPr>
          <p:cNvSpPr>
            <a:spLocks xmlns:a="http://schemas.openxmlformats.org/drawingml/2006/main" noGrp="1"/>
          </p:cNvSpPr>
          <p:nvPr/>
        </p:nvSpPr>
        <p:spPr>
          <a:xfrm xmlns:a="http://schemas.openxmlformats.org/drawingml/2006/main">
            <a:off x="6705600" y="43053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637664"/>
                </a:solidFill>
                <a:latin typeface="Noto Sans KR"/>
                <a:ea typeface="Noto Sans KR"/>
                <a:cs typeface="Noto Sans KR"/>
              </a:defRPr>
            </a:pPr>
            <a:r>
              <a:rPr sz="1500" b="1">
                <a:solidFill>
                  <a:srgbClr val="637664"/>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90275CD0-7700-4E56-AE50-A0702EDF8869}"/>
              </a:ext>
            </a:extLst>
          </p:cNvPr>
          <p:cNvSpPr>
            <a:spLocks xmlns:a="http://schemas.openxmlformats.org/drawingml/2006/main" noGrp="1"/>
          </p:cNvSpPr>
          <p:nvPr/>
        </p:nvSpPr>
        <p:spPr>
          <a:xfrm xmlns:a="http://schemas.openxmlformats.org/drawingml/2006/main">
            <a:off x="7334250" y="4286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2C1D18"/>
                </a:solidFill>
                <a:latin typeface="Noto Sans KR"/>
                <a:ea typeface="Noto Sans KR"/>
                <a:cs typeface="Noto Sans KR"/>
              </a:defRPr>
            </a:pPr>
            <a:r>
              <a:rPr sz="2175" b="1">
                <a:solidFill>
                  <a:srgbClr val="2C1D18"/>
                </a:solidFill>
                <a:latin typeface="Noto Sans KR"/>
                <a:ea typeface="Noto Sans KR"/>
                <a:cs typeface="Noto Sans KR"/>
              </a:rPr>
              <a:t>개선 결정</a:t>
            </a:r>
          </a:p>
        </p:txBody>
      </p:sp>
      <p:sp>
        <p:nvSpPr>
          <p:cNvPr id="16" name="">
            <a:extLst xmlns:a="http://schemas.openxmlformats.org/drawingml/2006/main">
              <a:ext uri="{FF2B5EF4-FFF2-40B4-BE49-F238E27FC236}">
                <a16:creationId xmlns:a16="http://schemas.microsoft.com/office/drawing/2014/main" id="{5D5A6DD5-80BF-433F-B853-9AC42876F45F}"/>
              </a:ext>
            </a:extLst>
          </p:cNvPr>
          <p:cNvSpPr>
            <a:spLocks xmlns:a="http://schemas.openxmlformats.org/drawingml/2006/main" noGrp="1"/>
          </p:cNvSpPr>
          <p:nvPr/>
        </p:nvSpPr>
        <p:spPr>
          <a:xfrm xmlns:a="http://schemas.openxmlformats.org/drawingml/2006/main">
            <a:off x="7334250" y="478155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근거 ID 연결</a:t>
            </a:r>
          </a:p>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대안과 선택 이유 기록</a:t>
            </a:r>
          </a:p>
        </p:txBody>
      </p:sp>
      <p:sp>
        <p:nvSpPr>
          <p:cNvPr id="17" name="">
            <a:extLst xmlns:a="http://schemas.openxmlformats.org/drawingml/2006/main">
              <a:ext uri="{FF2B5EF4-FFF2-40B4-BE49-F238E27FC236}">
                <a16:creationId xmlns:a16="http://schemas.microsoft.com/office/drawing/2014/main" id="{FD1A89A9-56A5-4A3D-950C-A195C13A0976}"/>
              </a:ext>
            </a:extLst>
          </p:cNvPr>
          <p:cNvSpPr>
            <a:spLocks xmlns:a="http://schemas.openxmlformats.org/drawingml/2006/main" noGrp="1"/>
          </p:cNvSpPr>
          <p:nvPr/>
        </p:nvSpPr>
        <p:spPr>
          <a:xfrm xmlns:a="http://schemas.openxmlformats.org/drawingml/2006/main">
            <a:off x="742950" y="4095750"/>
            <a:ext cx="4286250" cy="1524000"/>
          </a:xfrm>
          <a:prstGeom xmlns:a="http://schemas.openxmlformats.org/drawingml/2006/main" prst="rect">
            <a:avLst/>
          </a:prstGeom>
          <a:solidFill xmlns:a="http://schemas.openxmlformats.org/drawingml/2006/main">
            <a:srgbClr val="FFFDF9"/>
          </a:solidFill>
          <a:ln xmlns:a="http://schemas.openxmlformats.org/drawingml/2006/main" w="9525">
            <a:solidFill>
              <a:srgbClr val="9C6E31"/>
            </a:solidFill>
          </a:ln>
        </p:spPr>
      </p:sp>
      <p:sp>
        <p:nvSpPr>
          <p:cNvPr id="18" name="">
            <a:extLst xmlns:a="http://schemas.openxmlformats.org/drawingml/2006/main">
              <a:ext uri="{FF2B5EF4-FFF2-40B4-BE49-F238E27FC236}">
                <a16:creationId xmlns:a16="http://schemas.microsoft.com/office/drawing/2014/main" id="{DCD8676D-CC27-4E38-8EC6-89C94734E507}"/>
              </a:ext>
            </a:extLst>
          </p:cNvPr>
          <p:cNvSpPr>
            <a:spLocks xmlns:a="http://schemas.openxmlformats.org/drawingml/2006/main" noGrp="1"/>
          </p:cNvSpPr>
          <p:nvPr/>
        </p:nvSpPr>
        <p:spPr>
          <a:xfrm xmlns:a="http://schemas.openxmlformats.org/drawingml/2006/main">
            <a:off x="971550" y="43053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9C6E31"/>
                </a:solidFill>
                <a:latin typeface="Noto Sans KR"/>
                <a:ea typeface="Noto Sans KR"/>
                <a:cs typeface="Noto Sans KR"/>
              </a:defRPr>
            </a:pPr>
            <a:r>
              <a:rPr sz="1500" b="1">
                <a:solidFill>
                  <a:srgbClr val="9C6E31"/>
                </a:solidFill>
                <a:latin typeface="Noto Sans KR"/>
                <a:ea typeface="Noto Sans KR"/>
                <a:cs typeface="Noto Sans KR"/>
              </a:rPr>
              <a:t>04</a:t>
            </a:r>
          </a:p>
        </p:txBody>
      </p:sp>
      <p:sp>
        <p:nvSpPr>
          <p:cNvPr id="19" name="">
            <a:extLst xmlns:a="http://schemas.openxmlformats.org/drawingml/2006/main">
              <a:ext uri="{FF2B5EF4-FFF2-40B4-BE49-F238E27FC236}">
                <a16:creationId xmlns:a16="http://schemas.microsoft.com/office/drawing/2014/main" id="{B68E4BCE-8405-4895-B4F0-EA4A3C7F4216}"/>
              </a:ext>
            </a:extLst>
          </p:cNvPr>
          <p:cNvSpPr>
            <a:spLocks xmlns:a="http://schemas.openxmlformats.org/drawingml/2006/main" noGrp="1"/>
          </p:cNvSpPr>
          <p:nvPr/>
        </p:nvSpPr>
        <p:spPr>
          <a:xfrm xmlns:a="http://schemas.openxmlformats.org/drawingml/2006/main">
            <a:off x="1600200" y="42862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2C1D18"/>
                </a:solidFill>
                <a:latin typeface="Noto Sans KR"/>
                <a:ea typeface="Noto Sans KR"/>
                <a:cs typeface="Noto Sans KR"/>
              </a:defRPr>
            </a:pPr>
            <a:r>
              <a:rPr sz="2175" b="1">
                <a:solidFill>
                  <a:srgbClr val="2C1D18"/>
                </a:solidFill>
                <a:latin typeface="Noto Sans KR"/>
                <a:ea typeface="Noto Sans KR"/>
                <a:cs typeface="Noto Sans KR"/>
              </a:rPr>
              <a:t>재시험</a:t>
            </a:r>
          </a:p>
        </p:txBody>
      </p:sp>
      <p:sp>
        <p:nvSpPr>
          <p:cNvPr id="20" name="">
            <a:extLst xmlns:a="http://schemas.openxmlformats.org/drawingml/2006/main">
              <a:ext uri="{FF2B5EF4-FFF2-40B4-BE49-F238E27FC236}">
                <a16:creationId xmlns:a16="http://schemas.microsoft.com/office/drawing/2014/main" id="{B381E92A-D8E0-4F0D-BB16-856032BAA336}"/>
              </a:ext>
            </a:extLst>
          </p:cNvPr>
          <p:cNvSpPr>
            <a:spLocks xmlns:a="http://schemas.openxmlformats.org/drawingml/2006/main" noGrp="1"/>
          </p:cNvSpPr>
          <p:nvPr/>
        </p:nvSpPr>
        <p:spPr>
          <a:xfrm xmlns:a="http://schemas.openxmlformats.org/drawingml/2006/main">
            <a:off x="1600200" y="478155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비슷한 난이도의 새 자료</a:t>
            </a:r>
          </a:p>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조건 차이를 함께 기록</a:t>
            </a:r>
          </a:p>
        </p:txBody>
      </p:sp>
      <p:sp>
        <p:nvSpPr>
          <p:cNvPr id="21" name="">
            <a:extLst xmlns:a="http://schemas.openxmlformats.org/drawingml/2006/main">
              <a:ext uri="{FF2B5EF4-FFF2-40B4-BE49-F238E27FC236}">
                <a16:creationId xmlns:a16="http://schemas.microsoft.com/office/drawing/2014/main" id="{4C87A0D0-CEEC-4051-96E5-3D4432CF962D}"/>
              </a:ext>
            </a:extLst>
          </p:cNvPr>
          <p:cNvSpPr>
            <a:spLocks xmlns:a="http://schemas.openxmlformats.org/drawingml/2006/main" noGrp="1"/>
          </p:cNvSpPr>
          <p:nvPr/>
        </p:nvSpPr>
        <p:spPr>
          <a:xfrm xmlns:a="http://schemas.openxmlformats.org/drawingml/2006/main">
            <a:off x="5391150" y="22479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300" b="0">
                <a:solidFill>
                  <a:srgbClr val="865C46"/>
                </a:solidFill>
                <a:latin typeface="Noto Sans KR"/>
                <a:ea typeface="Noto Sans KR"/>
                <a:cs typeface="Noto Sans KR"/>
              </a:defRPr>
            </a:pPr>
            <a:r>
              <a:rPr sz="3300" b="0">
                <a:solidFill>
                  <a:srgbClr val="865C46"/>
                </a:solidFill>
                <a:latin typeface="Noto Sans KR"/>
                <a:ea typeface="Noto Sans KR"/>
                <a:cs typeface="Noto Sans KR"/>
              </a:rPr>
              <a:t>›</a:t>
            </a:r>
          </a:p>
        </p:txBody>
      </p:sp>
      <p:sp>
        <p:nvSpPr>
          <p:cNvPr id="22" name="">
            <a:extLst xmlns:a="http://schemas.openxmlformats.org/drawingml/2006/main">
              <a:ext uri="{FF2B5EF4-FFF2-40B4-BE49-F238E27FC236}">
                <a16:creationId xmlns:a16="http://schemas.microsoft.com/office/drawing/2014/main" id="{9619E60A-EC20-4A97-8D2A-9B0B97475F39}"/>
              </a:ext>
            </a:extLst>
          </p:cNvPr>
          <p:cNvSpPr>
            <a:spLocks xmlns:a="http://schemas.openxmlformats.org/drawingml/2006/main" noGrp="1"/>
          </p:cNvSpPr>
          <p:nvPr/>
        </p:nvSpPr>
        <p:spPr>
          <a:xfrm xmlns:a="http://schemas.openxmlformats.org/drawingml/2006/main">
            <a:off x="8067675" y="34861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300" b="0">
                <a:solidFill>
                  <a:srgbClr val="865C46"/>
                </a:solidFill>
                <a:latin typeface="Noto Sans KR"/>
                <a:ea typeface="Noto Sans KR"/>
                <a:cs typeface="Noto Sans KR"/>
              </a:defRPr>
            </a:pPr>
            <a:r>
              <a:rPr sz="3300" b="0">
                <a:solidFill>
                  <a:srgbClr val="865C46"/>
                </a:solidFill>
                <a:latin typeface="Noto Sans KR"/>
                <a:ea typeface="Noto Sans KR"/>
                <a:cs typeface="Noto Sans KR"/>
              </a:rPr>
              <a:t>›</a:t>
            </a:r>
          </a:p>
        </p:txBody>
      </p:sp>
      <p:sp>
        <p:nvSpPr>
          <p:cNvPr id="23" name="">
            <a:extLst xmlns:a="http://schemas.openxmlformats.org/drawingml/2006/main">
              <a:ext uri="{FF2B5EF4-FFF2-40B4-BE49-F238E27FC236}">
                <a16:creationId xmlns:a16="http://schemas.microsoft.com/office/drawing/2014/main" id="{A6D99B69-898A-4313-A73D-F833FCC85E09}"/>
              </a:ext>
            </a:extLst>
          </p:cNvPr>
          <p:cNvSpPr>
            <a:spLocks xmlns:a="http://schemas.openxmlformats.org/drawingml/2006/main" noGrp="1"/>
          </p:cNvSpPr>
          <p:nvPr/>
        </p:nvSpPr>
        <p:spPr>
          <a:xfrm xmlns:a="http://schemas.openxmlformats.org/drawingml/2006/main">
            <a:off x="5391150" y="45339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300" b="0">
                <a:solidFill>
                  <a:srgbClr val="865C46"/>
                </a:solidFill>
                <a:latin typeface="Noto Sans KR"/>
                <a:ea typeface="Noto Sans KR"/>
                <a:cs typeface="Noto Sans KR"/>
              </a:defRPr>
            </a:pPr>
            <a:r>
              <a:rPr sz="3300" b="0">
                <a:solidFill>
                  <a:srgbClr val="865C46"/>
                </a:solidFill>
                <a:latin typeface="Noto Sans KR"/>
                <a:ea typeface="Noto Sans KR"/>
                <a:cs typeface="Noto Sans KR"/>
              </a:rPr>
              <a:t>‹</a:t>
            </a:r>
          </a:p>
        </p:txBody>
      </p:sp>
      <p:sp>
        <p:nvSpPr>
          <p:cNvPr id="24" name="">
            <a:extLst xmlns:a="http://schemas.openxmlformats.org/drawingml/2006/main">
              <a:ext uri="{FF2B5EF4-FFF2-40B4-BE49-F238E27FC236}">
                <a16:creationId xmlns:a16="http://schemas.microsoft.com/office/drawing/2014/main" id="{C859FE63-69B0-4B3C-9DB9-2CA98CB28A0F}"/>
              </a:ext>
            </a:extLst>
          </p:cNvPr>
          <p:cNvSpPr>
            <a:spLocks xmlns:a="http://schemas.openxmlformats.org/drawingml/2006/main" noGrp="1"/>
          </p:cNvSpPr>
          <p:nvPr/>
        </p:nvSpPr>
        <p:spPr>
          <a:xfrm xmlns:a="http://schemas.openxmlformats.org/drawingml/2006/main">
            <a:off x="3476625" y="34861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300" b="0">
                <a:solidFill>
                  <a:srgbClr val="865C46"/>
                </a:solidFill>
                <a:latin typeface="Noto Sans KR"/>
                <a:ea typeface="Noto Sans KR"/>
                <a:cs typeface="Noto Sans KR"/>
              </a:defRPr>
            </a:pPr>
            <a:r>
              <a:rPr sz="3300" b="0">
                <a:solidFill>
                  <a:srgbClr val="865C46"/>
                </a:solidFill>
                <a:latin typeface="Noto Sans KR"/>
                <a:ea typeface="Noto Sans KR"/>
                <a:cs typeface="Noto Sans KR"/>
              </a:rPr>
              <a:t>‹</a:t>
            </a:r>
          </a:p>
        </p:txBody>
      </p:sp>
      <p:sp>
        <p:nvSpPr>
          <p:cNvPr id="25" name="">
            <a:extLst xmlns:a="http://schemas.openxmlformats.org/drawingml/2006/main">
              <a:ext uri="{FF2B5EF4-FFF2-40B4-BE49-F238E27FC236}">
                <a16:creationId xmlns:a16="http://schemas.microsoft.com/office/drawing/2014/main" id="{5AADF754-2CE1-494A-A988-003AE41F8E94}"/>
              </a:ext>
            </a:extLst>
          </p:cNvPr>
          <p:cNvSpPr>
            <a:spLocks xmlns:a="http://schemas.openxmlformats.org/drawingml/2006/main" noGrp="1"/>
          </p:cNvSpPr>
          <p:nvPr/>
        </p:nvSpPr>
        <p:spPr>
          <a:xfrm xmlns:a="http://schemas.openxmlformats.org/drawingml/2006/main">
            <a:off x="904875" y="581025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500" b="1">
                <a:solidFill>
                  <a:srgbClr val="865C46"/>
                </a:solidFill>
                <a:latin typeface="Noto Sans KR"/>
                <a:ea typeface="Noto Sans KR"/>
                <a:cs typeface="Noto Sans KR"/>
              </a:defRPr>
            </a:pPr>
            <a:r>
              <a:rPr sz="1500" b="1">
                <a:solidFill>
                  <a:srgbClr val="865C46"/>
                </a:solidFill>
                <a:latin typeface="Noto Sans KR"/>
                <a:ea typeface="Noto Sans KR"/>
                <a:cs typeface="Noto Sans KR"/>
              </a:rPr>
              <a:t>개별 성공: 도움 없이 기록 찾기, 원문과 의견 구분, 수정본 재열기</a:t>
            </a:r>
          </a:p>
        </p:txBody>
      </p:sp>
      <p:sp>
        <p:nvSpPr>
          <p:cNvPr id="26" name="">
            <a:extLst xmlns:a="http://schemas.openxmlformats.org/drawingml/2006/main">
              <a:ext uri="{FF2B5EF4-FFF2-40B4-BE49-F238E27FC236}">
                <a16:creationId xmlns:a16="http://schemas.microsoft.com/office/drawing/2014/main" id="{1A15AE8C-5931-4A30-B2EC-79F77FFB6964}"/>
              </a:ext>
            </a:extLst>
          </p:cNvPr>
          <p:cNvSpPr>
            <a:spLocks xmlns:a="http://schemas.openxmlformats.org/drawingml/2006/main" noGrp="1"/>
          </p:cNvSpPr>
          <p:nvPr/>
        </p:nvSpPr>
        <p:spPr>
          <a:xfrm xmlns:a="http://schemas.openxmlformats.org/drawingml/2006/main">
            <a:off x="666750" y="61531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0">
                <a:solidFill>
                  <a:srgbClr val="5F534C"/>
                </a:solidFill>
                <a:latin typeface="Noto Sans KR"/>
                <a:ea typeface="Noto Sans KR"/>
                <a:cs typeface="Noto Sans KR"/>
              </a:defRPr>
            </a:pPr>
            <a:r>
              <a:rPr sz="1350" b="0">
                <a:solidFill>
                  <a:srgbClr val="5F534C"/>
                </a:solidFill>
                <a:latin typeface="Noto Sans KR"/>
                <a:ea typeface="Noto Sans KR"/>
                <a:cs typeface="Noto Sans KR"/>
              </a:rPr>
              <a:t>3명에게 막힌 위치를 찾고, 5명 중 4명 이상이 세 행동을 완료하면 다음 단계로 진행합니다</a:t>
            </a:r>
          </a:p>
        </p:txBody>
      </p:sp>
    </p:spTree>
    <p:extLst>
      <p:ext uri="{BB962C8B-B14F-4D97-AF65-F5344CB8AC3E}">
        <p14:creationId xmlns:p14="http://schemas.microsoft.com/office/powerpoint/2010/main" val="360402470"/>
      </p:ext>
    </p:extLst>
  </p:cSld>
</p:sld>
</file>

<file path=ppt/slides/slide10.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F5754EE-13F0-4E9C-94A6-E8600103B37B}"/>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EDF336-536F-4805-A0A9-7F4583A5D306}"/>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개인 기록과 AI 요청을 분리한 구조</a:t>
            </a:r>
          </a:p>
        </p:txBody>
      </p:sp>
      <p:sp>
        <p:nvSpPr>
          <p:cNvPr id="3" name="">
            <a:extLst xmlns:a="http://schemas.openxmlformats.org/drawingml/2006/main">
              <a:ext uri="{FF2B5EF4-FFF2-40B4-BE49-F238E27FC236}">
                <a16:creationId xmlns:a16="http://schemas.microsoft.com/office/drawing/2014/main" id="{5DA1E510-4D7E-44D6-A6CF-E161C3092E4B}"/>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9724C595-AA70-488A-BD0B-B8DE29E102A5}"/>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10</a:t>
            </a:r>
          </a:p>
        </p:txBody>
      </p:sp>
      <p:sp>
        <p:nvSpPr>
          <p:cNvPr id="5" name="">
            <a:extLst xmlns:a="http://schemas.openxmlformats.org/drawingml/2006/main">
              <a:ext uri="{FF2B5EF4-FFF2-40B4-BE49-F238E27FC236}">
                <a16:creationId xmlns:a16="http://schemas.microsoft.com/office/drawing/2014/main" id="{54C748AF-D114-4375-8EF3-F8B681FC488B}"/>
              </a:ext>
            </a:extLst>
          </p:cNvPr>
          <p:cNvSpPr>
            <a:spLocks xmlns:a="http://schemas.openxmlformats.org/drawingml/2006/main" noGrp="1"/>
          </p:cNvSpPr>
          <p:nvPr/>
        </p:nvSpPr>
        <p:spPr>
          <a:xfrm xmlns:a="http://schemas.openxmlformats.org/drawingml/2006/main">
            <a:off x="666750" y="1495425"/>
            <a:ext cx="10858500" cy="838200"/>
          </a:xfrm>
          <a:prstGeom xmlns:a="http://schemas.openxmlformats.org/drawingml/2006/main" prst="rect">
            <a:avLst/>
          </a:prstGeom>
          <a:solidFill xmlns:a="http://schemas.openxmlformats.org/drawingml/2006/main">
            <a:srgbClr val="2C1D1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B286DA-431B-4919-AF3B-FD749B6AE6B0}"/>
              </a:ext>
            </a:extLst>
          </p:cNvPr>
          <p:cNvSpPr>
            <a:spLocks xmlns:a="http://schemas.openxmlformats.org/drawingml/2006/main" noGrp="1"/>
          </p:cNvSpPr>
          <p:nvPr/>
        </p:nvSpPr>
        <p:spPr>
          <a:xfrm xmlns:a="http://schemas.openxmlformats.org/drawingml/2006/main">
            <a:off x="895350" y="168592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7F2EA"/>
                </a:solidFill>
                <a:latin typeface="Noto Sans KR"/>
                <a:ea typeface="Noto Sans KR"/>
                <a:cs typeface="Noto Sans KR"/>
              </a:defRPr>
            </a:pPr>
            <a:r>
              <a:rPr sz="1800" b="1">
                <a:solidFill>
                  <a:srgbClr val="F7F2EA"/>
                </a:solidFill>
                <a:latin typeface="Noto Sans KR"/>
                <a:ea typeface="Noto Sans KR"/>
                <a:cs typeface="Noto Sans KR"/>
              </a:rPr>
              <a:t>서비스 화면과 기록 API</a:t>
            </a:r>
          </a:p>
        </p:txBody>
      </p:sp>
      <p:sp>
        <p:nvSpPr>
          <p:cNvPr id="7" name="">
            <a:extLst xmlns:a="http://schemas.openxmlformats.org/drawingml/2006/main">
              <a:ext uri="{FF2B5EF4-FFF2-40B4-BE49-F238E27FC236}">
                <a16:creationId xmlns:a16="http://schemas.microsoft.com/office/drawing/2014/main" id="{4E8BBF8E-6F08-4E74-8137-F85283CB10B1}"/>
              </a:ext>
            </a:extLst>
          </p:cNvPr>
          <p:cNvSpPr>
            <a:spLocks xmlns:a="http://schemas.openxmlformats.org/drawingml/2006/main" noGrp="1"/>
          </p:cNvSpPr>
          <p:nvPr/>
        </p:nvSpPr>
        <p:spPr>
          <a:xfrm xmlns:a="http://schemas.openxmlformats.org/drawingml/2006/main">
            <a:off x="4095750" y="16859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E8D9CB"/>
                </a:solidFill>
                <a:latin typeface="Noto Sans KR"/>
                <a:ea typeface="Noto Sans KR"/>
                <a:cs typeface="Noto Sans KR"/>
              </a:defRPr>
            </a:pPr>
            <a:r>
              <a:rPr sz="1800" b="1">
                <a:solidFill>
                  <a:srgbClr val="E8D9CB"/>
                </a:solidFill>
                <a:latin typeface="Noto Sans KR"/>
                <a:ea typeface="Noto Sans KR"/>
                <a:cs typeface="Noto Sans KR"/>
              </a:rPr>
              <a:t>Vercel</a:t>
            </a:r>
          </a:p>
        </p:txBody>
      </p:sp>
      <p:sp>
        <p:nvSpPr>
          <p:cNvPr id="8" name="">
            <a:extLst xmlns:a="http://schemas.openxmlformats.org/drawingml/2006/main">
              <a:ext uri="{FF2B5EF4-FFF2-40B4-BE49-F238E27FC236}">
                <a16:creationId xmlns:a16="http://schemas.microsoft.com/office/drawing/2014/main" id="{544412DB-07E0-4C58-B527-045731BBE960}"/>
              </a:ext>
            </a:extLst>
          </p:cNvPr>
          <p:cNvSpPr>
            <a:spLocks xmlns:a="http://schemas.openxmlformats.org/drawingml/2006/main" noGrp="1"/>
          </p:cNvSpPr>
          <p:nvPr/>
        </p:nvSpPr>
        <p:spPr>
          <a:xfrm xmlns:a="http://schemas.openxmlformats.org/drawingml/2006/main">
            <a:off x="6667500" y="16859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E8D9CB"/>
                </a:solidFill>
                <a:latin typeface="Noto Sans KR"/>
                <a:ea typeface="Noto Sans KR"/>
                <a:cs typeface="Noto Sans KR"/>
              </a:defRPr>
            </a:pPr>
            <a:r>
              <a:rPr sz="1650" b="0">
                <a:solidFill>
                  <a:srgbClr val="E8D9CB"/>
                </a:solidFill>
                <a:latin typeface="Noto Sans KR"/>
                <a:ea typeface="Noto Sans KR"/>
                <a:cs typeface="Noto Sans KR"/>
              </a:rPr>
              <a:t>화면 제공 · 기록 동기화 · 원문 접근 통로</a:t>
            </a:r>
          </a:p>
        </p:txBody>
      </p:sp>
      <p:sp>
        <p:nvSpPr>
          <p:cNvPr id="9" name="">
            <a:extLst xmlns:a="http://schemas.openxmlformats.org/drawingml/2006/main">
              <a:ext uri="{FF2B5EF4-FFF2-40B4-BE49-F238E27FC236}">
                <a16:creationId xmlns:a16="http://schemas.microsoft.com/office/drawing/2014/main" id="{4E26AFCB-F821-43AA-A1E3-45B4FA634434}"/>
              </a:ext>
            </a:extLst>
          </p:cNvPr>
          <p:cNvSpPr>
            <a:spLocks xmlns:a="http://schemas.openxmlformats.org/drawingml/2006/main" noGrp="1"/>
          </p:cNvSpPr>
          <p:nvPr/>
        </p:nvSpPr>
        <p:spPr>
          <a:xfrm xmlns:a="http://schemas.openxmlformats.org/drawingml/2006/main">
            <a:off x="666750" y="2600325"/>
            <a:ext cx="10858500" cy="83820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10" name="">
            <a:extLst xmlns:a="http://schemas.openxmlformats.org/drawingml/2006/main">
              <a:ext uri="{FF2B5EF4-FFF2-40B4-BE49-F238E27FC236}">
                <a16:creationId xmlns:a16="http://schemas.microsoft.com/office/drawing/2014/main" id="{FBA13C12-C440-4AF2-B60D-1BBA000C5522}"/>
              </a:ext>
            </a:extLst>
          </p:cNvPr>
          <p:cNvSpPr>
            <a:spLocks xmlns:a="http://schemas.openxmlformats.org/drawingml/2006/main" noGrp="1"/>
          </p:cNvSpPr>
          <p:nvPr/>
        </p:nvSpPr>
        <p:spPr>
          <a:xfrm xmlns:a="http://schemas.openxmlformats.org/drawingml/2006/main">
            <a:off x="895350" y="279082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C1D18"/>
                </a:solidFill>
                <a:latin typeface="Noto Sans KR"/>
                <a:ea typeface="Noto Sans KR"/>
                <a:cs typeface="Noto Sans KR"/>
              </a:defRPr>
            </a:pPr>
            <a:r>
              <a:rPr sz="1800" b="1">
                <a:solidFill>
                  <a:srgbClr val="2C1D18"/>
                </a:solidFill>
                <a:latin typeface="Noto Sans KR"/>
                <a:ea typeface="Noto Sans KR"/>
                <a:cs typeface="Noto Sans KR"/>
              </a:rPr>
              <a:t>AI 요청 통로</a:t>
            </a:r>
          </a:p>
        </p:txBody>
      </p:sp>
      <p:sp>
        <p:nvSpPr>
          <p:cNvPr id="11" name="">
            <a:extLst xmlns:a="http://schemas.openxmlformats.org/drawingml/2006/main">
              <a:ext uri="{FF2B5EF4-FFF2-40B4-BE49-F238E27FC236}">
                <a16:creationId xmlns:a16="http://schemas.microsoft.com/office/drawing/2014/main" id="{368A91B5-12FC-4DF4-84AA-811E77B1B97C}"/>
              </a:ext>
            </a:extLst>
          </p:cNvPr>
          <p:cNvSpPr>
            <a:spLocks xmlns:a="http://schemas.openxmlformats.org/drawingml/2006/main" noGrp="1"/>
          </p:cNvSpPr>
          <p:nvPr/>
        </p:nvSpPr>
        <p:spPr>
          <a:xfrm xmlns:a="http://schemas.openxmlformats.org/drawingml/2006/main">
            <a:off x="4095750" y="27908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516B80"/>
                </a:solidFill>
                <a:latin typeface="Noto Sans KR"/>
                <a:ea typeface="Noto Sans KR"/>
                <a:cs typeface="Noto Sans KR"/>
              </a:defRPr>
            </a:pPr>
            <a:r>
              <a:rPr sz="1800" b="1">
                <a:solidFill>
                  <a:srgbClr val="516B80"/>
                </a:solidFill>
                <a:latin typeface="Noto Sans KR"/>
                <a:ea typeface="Noto Sans KR"/>
                <a:cs typeface="Noto Sans KR"/>
              </a:rPr>
              <a:t>Cloudflare Worker</a:t>
            </a:r>
          </a:p>
        </p:txBody>
      </p:sp>
      <p:sp>
        <p:nvSpPr>
          <p:cNvPr id="12" name="">
            <a:extLst xmlns:a="http://schemas.openxmlformats.org/drawingml/2006/main">
              <a:ext uri="{FF2B5EF4-FFF2-40B4-BE49-F238E27FC236}">
                <a16:creationId xmlns:a16="http://schemas.microsoft.com/office/drawing/2014/main" id="{74223590-EDDE-4F41-A7A3-AC90C4199134}"/>
              </a:ext>
            </a:extLst>
          </p:cNvPr>
          <p:cNvSpPr>
            <a:spLocks xmlns:a="http://schemas.openxmlformats.org/drawingml/2006/main" noGrp="1"/>
          </p:cNvSpPr>
          <p:nvPr/>
        </p:nvSpPr>
        <p:spPr>
          <a:xfrm xmlns:a="http://schemas.openxmlformats.org/drawingml/2006/main">
            <a:off x="6667500" y="27908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Gemini 키 비공개 · 요청 크기와 출처 제한</a:t>
            </a:r>
          </a:p>
        </p:txBody>
      </p:sp>
      <p:sp>
        <p:nvSpPr>
          <p:cNvPr id="13" name="">
            <a:extLst xmlns:a="http://schemas.openxmlformats.org/drawingml/2006/main">
              <a:ext uri="{FF2B5EF4-FFF2-40B4-BE49-F238E27FC236}">
                <a16:creationId xmlns:a16="http://schemas.microsoft.com/office/drawing/2014/main" id="{9E73F1F4-9EA0-4A89-967D-E7C2D1567398}"/>
              </a:ext>
            </a:extLst>
          </p:cNvPr>
          <p:cNvSpPr>
            <a:spLocks xmlns:a="http://schemas.openxmlformats.org/drawingml/2006/main" noGrp="1"/>
          </p:cNvSpPr>
          <p:nvPr/>
        </p:nvSpPr>
        <p:spPr>
          <a:xfrm xmlns:a="http://schemas.openxmlformats.org/drawingml/2006/main">
            <a:off x="666750" y="3705225"/>
            <a:ext cx="10858500" cy="83820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14" name="">
            <a:extLst xmlns:a="http://schemas.openxmlformats.org/drawingml/2006/main">
              <a:ext uri="{FF2B5EF4-FFF2-40B4-BE49-F238E27FC236}">
                <a16:creationId xmlns:a16="http://schemas.microsoft.com/office/drawing/2014/main" id="{92583625-CDE2-4D0E-A927-0779AE7D1A17}"/>
              </a:ext>
            </a:extLst>
          </p:cNvPr>
          <p:cNvSpPr>
            <a:spLocks xmlns:a="http://schemas.openxmlformats.org/drawingml/2006/main" noGrp="1"/>
          </p:cNvSpPr>
          <p:nvPr/>
        </p:nvSpPr>
        <p:spPr>
          <a:xfrm xmlns:a="http://schemas.openxmlformats.org/drawingml/2006/main">
            <a:off x="895350" y="389572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C1D18"/>
                </a:solidFill>
                <a:latin typeface="Noto Sans KR"/>
                <a:ea typeface="Noto Sans KR"/>
                <a:cs typeface="Noto Sans KR"/>
              </a:defRPr>
            </a:pPr>
            <a:r>
              <a:rPr sz="1800" b="1">
                <a:solidFill>
                  <a:srgbClr val="2C1D18"/>
                </a:solidFill>
                <a:latin typeface="Noto Sans KR"/>
                <a:ea typeface="Noto Sans KR"/>
                <a:cs typeface="Noto Sans KR"/>
              </a:rPr>
              <a:t>개인 기록과 원본</a:t>
            </a:r>
          </a:p>
        </p:txBody>
      </p:sp>
      <p:sp>
        <p:nvSpPr>
          <p:cNvPr id="15" name="">
            <a:extLst xmlns:a="http://schemas.openxmlformats.org/drawingml/2006/main">
              <a:ext uri="{FF2B5EF4-FFF2-40B4-BE49-F238E27FC236}">
                <a16:creationId xmlns:a16="http://schemas.microsoft.com/office/drawing/2014/main" id="{1A0766D9-E8FB-467A-B55F-7CBB6569C38A}"/>
              </a:ext>
            </a:extLst>
          </p:cNvPr>
          <p:cNvSpPr>
            <a:spLocks xmlns:a="http://schemas.openxmlformats.org/drawingml/2006/main" noGrp="1"/>
          </p:cNvSpPr>
          <p:nvPr/>
        </p:nvSpPr>
        <p:spPr>
          <a:xfrm xmlns:a="http://schemas.openxmlformats.org/drawingml/2006/main">
            <a:off x="4095750" y="38957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637664"/>
                </a:solidFill>
                <a:latin typeface="Noto Sans KR"/>
                <a:ea typeface="Noto Sans KR"/>
                <a:cs typeface="Noto Sans KR"/>
              </a:defRPr>
            </a:pPr>
            <a:r>
              <a:rPr sz="1800" b="1">
                <a:solidFill>
                  <a:srgbClr val="637664"/>
                </a:solidFill>
                <a:latin typeface="Noto Sans KR"/>
                <a:ea typeface="Noto Sans KR"/>
                <a:cs typeface="Noto Sans KR"/>
              </a:rPr>
              <a:t>TOBEA Supabase</a:t>
            </a:r>
          </a:p>
        </p:txBody>
      </p:sp>
      <p:sp>
        <p:nvSpPr>
          <p:cNvPr id="16" name="">
            <a:extLst xmlns:a="http://schemas.openxmlformats.org/drawingml/2006/main">
              <a:ext uri="{FF2B5EF4-FFF2-40B4-BE49-F238E27FC236}">
                <a16:creationId xmlns:a16="http://schemas.microsoft.com/office/drawing/2014/main" id="{300DF6F1-3A42-48A7-ABA2-794FCF675C41}"/>
              </a:ext>
            </a:extLst>
          </p:cNvPr>
          <p:cNvSpPr>
            <a:spLocks xmlns:a="http://schemas.openxmlformats.org/drawingml/2006/main" noGrp="1"/>
          </p:cNvSpPr>
          <p:nvPr/>
        </p:nvSpPr>
        <p:spPr>
          <a:xfrm xmlns:a="http://schemas.openxmlformats.org/drawingml/2006/main">
            <a:off x="6667500" y="38957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기록 · 결과물 · 이미지와 음성 원본 보관</a:t>
            </a:r>
          </a:p>
        </p:txBody>
      </p:sp>
      <p:sp>
        <p:nvSpPr>
          <p:cNvPr id="17" name="">
            <a:extLst xmlns:a="http://schemas.openxmlformats.org/drawingml/2006/main">
              <a:ext uri="{FF2B5EF4-FFF2-40B4-BE49-F238E27FC236}">
                <a16:creationId xmlns:a16="http://schemas.microsoft.com/office/drawing/2014/main" id="{DE495059-4C7F-445F-9F6F-A9FE5A326003}"/>
              </a:ext>
            </a:extLst>
          </p:cNvPr>
          <p:cNvSpPr>
            <a:spLocks xmlns:a="http://schemas.openxmlformats.org/drawingml/2006/main" noGrp="1"/>
          </p:cNvSpPr>
          <p:nvPr/>
        </p:nvSpPr>
        <p:spPr>
          <a:xfrm xmlns:a="http://schemas.openxmlformats.org/drawingml/2006/main">
            <a:off x="666750" y="4810125"/>
            <a:ext cx="10858500" cy="838200"/>
          </a:xfrm>
          <a:prstGeom xmlns:a="http://schemas.openxmlformats.org/drawingml/2006/main" prst="rect">
            <a:avLst/>
          </a:prstGeom>
          <a:solidFill xmlns:a="http://schemas.openxmlformats.org/drawingml/2006/main">
            <a:srgbClr val="FFFDF9"/>
          </a:solidFill>
          <a:ln xmlns:a="http://schemas.openxmlformats.org/drawingml/2006/main" w="9525">
            <a:solidFill>
              <a:srgbClr val="D2C2B4"/>
            </a:solidFill>
          </a:ln>
        </p:spPr>
      </p:sp>
      <p:sp>
        <p:nvSpPr>
          <p:cNvPr id="18" name="">
            <a:extLst xmlns:a="http://schemas.openxmlformats.org/drawingml/2006/main">
              <a:ext uri="{FF2B5EF4-FFF2-40B4-BE49-F238E27FC236}">
                <a16:creationId xmlns:a16="http://schemas.microsoft.com/office/drawing/2014/main" id="{42CAB999-5DE9-46F8-89DB-B72B59283200}"/>
              </a:ext>
            </a:extLst>
          </p:cNvPr>
          <p:cNvSpPr>
            <a:spLocks xmlns:a="http://schemas.openxmlformats.org/drawingml/2006/main" noGrp="1"/>
          </p:cNvSpPr>
          <p:nvPr/>
        </p:nvSpPr>
        <p:spPr>
          <a:xfrm xmlns:a="http://schemas.openxmlformats.org/drawingml/2006/main">
            <a:off x="895350" y="500062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2C1D18"/>
                </a:solidFill>
                <a:latin typeface="Noto Sans KR"/>
                <a:ea typeface="Noto Sans KR"/>
                <a:cs typeface="Noto Sans KR"/>
              </a:defRPr>
            </a:pPr>
            <a:r>
              <a:rPr sz="1800" b="1">
                <a:solidFill>
                  <a:srgbClr val="2C1D18"/>
                </a:solidFill>
                <a:latin typeface="Noto Sans KR"/>
                <a:ea typeface="Noto Sans KR"/>
                <a:cs typeface="Noto Sans KR"/>
              </a:rPr>
              <a:t>공개 결과물</a:t>
            </a:r>
          </a:p>
        </p:txBody>
      </p:sp>
      <p:sp>
        <p:nvSpPr>
          <p:cNvPr id="19" name="">
            <a:extLst xmlns:a="http://schemas.openxmlformats.org/drawingml/2006/main">
              <a:ext uri="{FF2B5EF4-FFF2-40B4-BE49-F238E27FC236}">
                <a16:creationId xmlns:a16="http://schemas.microsoft.com/office/drawing/2014/main" id="{FB872C91-A965-432C-BC4A-6CEFB8D06083}"/>
              </a:ext>
            </a:extLst>
          </p:cNvPr>
          <p:cNvSpPr>
            <a:spLocks xmlns:a="http://schemas.openxmlformats.org/drawingml/2006/main" noGrp="1"/>
          </p:cNvSpPr>
          <p:nvPr/>
        </p:nvSpPr>
        <p:spPr>
          <a:xfrm xmlns:a="http://schemas.openxmlformats.org/drawingml/2006/main">
            <a:off x="4095750" y="50006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9C6E31"/>
                </a:solidFill>
                <a:latin typeface="Noto Sans KR"/>
                <a:ea typeface="Noto Sans KR"/>
                <a:cs typeface="Noto Sans KR"/>
              </a:defRPr>
            </a:pPr>
            <a:r>
              <a:rPr sz="1800" b="1">
                <a:solidFill>
                  <a:srgbClr val="9C6E31"/>
                </a:solidFill>
                <a:latin typeface="Noto Sans KR"/>
                <a:ea typeface="Noto Sans KR"/>
                <a:cs typeface="Noto Sans KR"/>
              </a:rPr>
              <a:t>GitHub</a:t>
            </a:r>
          </a:p>
        </p:txBody>
      </p:sp>
      <p:sp>
        <p:nvSpPr>
          <p:cNvPr id="20" name="">
            <a:extLst xmlns:a="http://schemas.openxmlformats.org/drawingml/2006/main">
              <a:ext uri="{FF2B5EF4-FFF2-40B4-BE49-F238E27FC236}">
                <a16:creationId xmlns:a16="http://schemas.microsoft.com/office/drawing/2014/main" id="{4D5B90AB-609C-4C44-88FD-7B27147EC990}"/>
              </a:ext>
            </a:extLst>
          </p:cNvPr>
          <p:cNvSpPr>
            <a:spLocks xmlns:a="http://schemas.openxmlformats.org/drawingml/2006/main" noGrp="1"/>
          </p:cNvSpPr>
          <p:nvPr/>
        </p:nvSpPr>
        <p:spPr>
          <a:xfrm xmlns:a="http://schemas.openxmlformats.org/drawingml/2006/main">
            <a:off x="6667500" y="50006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F534C"/>
                </a:solidFill>
                <a:latin typeface="Noto Sans KR"/>
                <a:ea typeface="Noto Sans KR"/>
                <a:cs typeface="Noto Sans KR"/>
              </a:defRPr>
            </a:pPr>
            <a:r>
              <a:rPr sz="1650" b="0">
                <a:solidFill>
                  <a:srgbClr val="5F534C"/>
                </a:solidFill>
                <a:latin typeface="Noto Sans KR"/>
                <a:ea typeface="Noto Sans KR"/>
                <a:cs typeface="Noto Sans KR"/>
              </a:rPr>
              <a:t>코드 · 기획 문서 · 발표자료만 공개</a:t>
            </a:r>
          </a:p>
        </p:txBody>
      </p:sp>
      <p:sp>
        <p:nvSpPr>
          <p:cNvPr id="21" name="">
            <a:extLst xmlns:a="http://schemas.openxmlformats.org/drawingml/2006/main">
              <a:ext uri="{FF2B5EF4-FFF2-40B4-BE49-F238E27FC236}">
                <a16:creationId xmlns:a16="http://schemas.microsoft.com/office/drawing/2014/main" id="{8A9AC995-1BDF-4A62-9AF7-52546FCA4E4A}"/>
              </a:ext>
            </a:extLst>
          </p:cNvPr>
          <p:cNvSpPr>
            <a:spLocks xmlns:a="http://schemas.openxmlformats.org/drawingml/2006/main" noGrp="1"/>
          </p:cNvSpPr>
          <p:nvPr/>
        </p:nvSpPr>
        <p:spPr>
          <a:xfrm xmlns:a="http://schemas.openxmlformats.org/drawingml/2006/main">
            <a:off x="704850" y="604837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F534C"/>
                </a:solidFill>
                <a:latin typeface="Noto Sans KR"/>
                <a:ea typeface="Noto Sans KR"/>
                <a:cs typeface="Noto Sans KR"/>
              </a:defRPr>
            </a:pPr>
            <a:r>
              <a:rPr sz="1425" b="0">
                <a:solidFill>
                  <a:srgbClr val="5F534C"/>
                </a:solidFill>
                <a:latin typeface="Noto Sans KR"/>
                <a:ea typeface="Noto Sans KR"/>
                <a:cs typeface="Noto Sans KR"/>
              </a:rPr>
              <a:t>현재 개인 연결 링크가 접근 경계입니다. 계정 로그인과 여러 사용자 권한 관리는 아직 지원하지 않습니다</a:t>
            </a:r>
          </a:p>
        </p:txBody>
      </p:sp>
    </p:spTree>
    <p:extLst>
      <p:ext uri="{BB962C8B-B14F-4D97-AF65-F5344CB8AC3E}">
        <p14:creationId xmlns:p14="http://schemas.microsoft.com/office/powerpoint/2010/main" val="1462927586"/>
      </p:ext>
    </p:extLst>
  </p:cSld>
</p:sld>
</file>

<file path=ppt/slides/slide11.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9511549-FF96-41D4-AE45-C46D27D80859}"/>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1CCE94-A674-4D2C-9902-9BF66E127B32}"/>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사용 중 발견한 문제와 개선</a:t>
            </a:r>
          </a:p>
        </p:txBody>
      </p:sp>
      <p:sp>
        <p:nvSpPr>
          <p:cNvPr id="3" name="">
            <a:extLst xmlns:a="http://schemas.openxmlformats.org/drawingml/2006/main">
              <a:ext uri="{FF2B5EF4-FFF2-40B4-BE49-F238E27FC236}">
                <a16:creationId xmlns:a16="http://schemas.microsoft.com/office/drawing/2014/main" id="{299BB8F1-646D-447A-B46D-47BD763837B2}"/>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CE3F504C-7310-46B8-8041-BF8CDCBD4F29}"/>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11</a:t>
            </a:r>
          </a:p>
        </p:txBody>
      </p:sp>
      <p:sp>
        <p:nvSpPr>
          <p:cNvPr id="5" name="">
            <a:extLst xmlns:a="http://schemas.openxmlformats.org/drawingml/2006/main">
              <a:ext uri="{FF2B5EF4-FFF2-40B4-BE49-F238E27FC236}">
                <a16:creationId xmlns:a16="http://schemas.microsoft.com/office/drawing/2014/main" id="{C732B73E-4BF6-4C75-ACD2-786F88AC3C56}"/>
              </a:ext>
            </a:extLst>
          </p:cNvPr>
          <p:cNvSpPr>
            <a:spLocks xmlns:a="http://schemas.openxmlformats.org/drawingml/2006/main" noGrp="1"/>
          </p:cNvSpPr>
          <p:nvPr/>
        </p:nvSpPr>
        <p:spPr>
          <a:xfrm xmlns:a="http://schemas.openxmlformats.org/drawingml/2006/main">
            <a:off x="685800" y="14287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865C46"/>
                </a:solidFill>
                <a:latin typeface="Noto Sans KR"/>
                <a:ea typeface="Noto Sans KR"/>
                <a:cs typeface="Noto Sans KR"/>
              </a:defRPr>
            </a:pPr>
            <a:r>
              <a:rPr sz="1650" b="1">
                <a:solidFill>
                  <a:srgbClr val="865C46"/>
                </a:solidFill>
                <a:latin typeface="Noto Sans KR"/>
                <a:ea typeface="Noto Sans KR"/>
                <a:cs typeface="Noto Sans KR"/>
              </a:rPr>
              <a:t>발견한 문제</a:t>
            </a:r>
          </a:p>
        </p:txBody>
      </p:sp>
      <p:sp>
        <p:nvSpPr>
          <p:cNvPr id="6" name="">
            <a:extLst xmlns:a="http://schemas.openxmlformats.org/drawingml/2006/main">
              <a:ext uri="{FF2B5EF4-FFF2-40B4-BE49-F238E27FC236}">
                <a16:creationId xmlns:a16="http://schemas.microsoft.com/office/drawing/2014/main" id="{BD552F6F-07B6-427F-AB93-32718E5961F2}"/>
              </a:ext>
            </a:extLst>
          </p:cNvPr>
          <p:cNvSpPr>
            <a:spLocks xmlns:a="http://schemas.openxmlformats.org/drawingml/2006/main" noGrp="1"/>
          </p:cNvSpPr>
          <p:nvPr/>
        </p:nvSpPr>
        <p:spPr>
          <a:xfrm xmlns:a="http://schemas.openxmlformats.org/drawingml/2006/main">
            <a:off x="3857625" y="14287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865C46"/>
                </a:solidFill>
                <a:latin typeface="Noto Sans KR"/>
                <a:ea typeface="Noto Sans KR"/>
                <a:cs typeface="Noto Sans KR"/>
              </a:defRPr>
            </a:pPr>
            <a:r>
              <a:rPr sz="1650" b="1">
                <a:solidFill>
                  <a:srgbClr val="865C46"/>
                </a:solidFill>
                <a:latin typeface="Noto Sans KR"/>
                <a:ea typeface="Noto Sans KR"/>
                <a:cs typeface="Noto Sans KR"/>
              </a:rPr>
              <a:t>선택한 대응</a:t>
            </a:r>
          </a:p>
        </p:txBody>
      </p:sp>
      <p:sp>
        <p:nvSpPr>
          <p:cNvPr id="7" name="">
            <a:extLst xmlns:a="http://schemas.openxmlformats.org/drawingml/2006/main">
              <a:ext uri="{FF2B5EF4-FFF2-40B4-BE49-F238E27FC236}">
                <a16:creationId xmlns:a16="http://schemas.microsoft.com/office/drawing/2014/main" id="{1F6C487B-D8ED-4F6E-AA2F-8C7894BF5E31}"/>
              </a:ext>
            </a:extLst>
          </p:cNvPr>
          <p:cNvSpPr>
            <a:spLocks xmlns:a="http://schemas.openxmlformats.org/drawingml/2006/main" noGrp="1"/>
          </p:cNvSpPr>
          <p:nvPr/>
        </p:nvSpPr>
        <p:spPr>
          <a:xfrm xmlns:a="http://schemas.openxmlformats.org/drawingml/2006/main">
            <a:off x="7953375" y="14287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865C46"/>
                </a:solidFill>
                <a:latin typeface="Noto Sans KR"/>
                <a:ea typeface="Noto Sans KR"/>
                <a:cs typeface="Noto Sans KR"/>
              </a:defRPr>
            </a:pPr>
            <a:r>
              <a:rPr sz="1650" b="1">
                <a:solidFill>
                  <a:srgbClr val="865C46"/>
                </a:solidFill>
                <a:latin typeface="Noto Sans KR"/>
                <a:ea typeface="Noto Sans KR"/>
                <a:cs typeface="Noto Sans KR"/>
              </a:rPr>
              <a:t>확인 근거</a:t>
            </a:r>
          </a:p>
        </p:txBody>
      </p:sp>
      <p:sp>
        <p:nvSpPr>
          <p:cNvPr id="8" name="">
            <a:extLst xmlns:a="http://schemas.openxmlformats.org/drawingml/2006/main">
              <a:ext uri="{FF2B5EF4-FFF2-40B4-BE49-F238E27FC236}">
                <a16:creationId xmlns:a16="http://schemas.microsoft.com/office/drawing/2014/main" id="{13D2B74D-9226-4A99-8C6C-FA3638B99805}"/>
              </a:ext>
            </a:extLst>
          </p:cNvPr>
          <p:cNvSpPr>
            <a:spLocks xmlns:a="http://schemas.openxmlformats.org/drawingml/2006/main" noGrp="1"/>
          </p:cNvSpPr>
          <p:nvPr/>
        </p:nvSpPr>
        <p:spPr>
          <a:xfrm xmlns:a="http://schemas.openxmlformats.org/drawingml/2006/main">
            <a:off x="685800" y="1885950"/>
            <a:ext cx="10715625" cy="0"/>
          </a:xfrm>
          <a:prstGeom xmlns:a="http://schemas.openxmlformats.org/drawingml/2006/main" prst="line">
            <a:avLst/>
          </a:prstGeom>
          <a:noFill xmlns:a="http://schemas.openxmlformats.org/drawingml/2006/main"/>
          <a:ln xmlns:a="http://schemas.openxmlformats.org/drawingml/2006/main" w="19050">
            <a:solidFill>
              <a:srgbClr val="865C46"/>
            </a:solidFill>
          </a:ln>
        </p:spPr>
      </p:sp>
      <p:sp>
        <p:nvSpPr>
          <p:cNvPr id="9" name="">
            <a:extLst xmlns:a="http://schemas.openxmlformats.org/drawingml/2006/main">
              <a:ext uri="{FF2B5EF4-FFF2-40B4-BE49-F238E27FC236}">
                <a16:creationId xmlns:a16="http://schemas.microsoft.com/office/drawing/2014/main" id="{F19D2E4F-C21F-4E99-ABD1-4E421A8F5123}"/>
              </a:ext>
            </a:extLst>
          </p:cNvPr>
          <p:cNvSpPr>
            <a:spLocks xmlns:a="http://schemas.openxmlformats.org/drawingml/2006/main" noGrp="1"/>
          </p:cNvSpPr>
          <p:nvPr/>
        </p:nvSpPr>
        <p:spPr>
          <a:xfrm xmlns:a="http://schemas.openxmlformats.org/drawingml/2006/main">
            <a:off x="685800" y="2095500"/>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영상 페이지를 본문으로 오인</a:t>
            </a:r>
          </a:p>
        </p:txBody>
      </p:sp>
      <p:sp>
        <p:nvSpPr>
          <p:cNvPr id="10" name="">
            <a:extLst xmlns:a="http://schemas.openxmlformats.org/drawingml/2006/main">
              <a:ext uri="{FF2B5EF4-FFF2-40B4-BE49-F238E27FC236}">
                <a16:creationId xmlns:a16="http://schemas.microsoft.com/office/drawing/2014/main" id="{B7012AEB-5FE2-4E64-9407-4B6822780DB8}"/>
              </a:ext>
            </a:extLst>
          </p:cNvPr>
          <p:cNvSpPr>
            <a:spLocks xmlns:a="http://schemas.openxmlformats.org/drawingml/2006/main" noGrp="1"/>
          </p:cNvSpPr>
          <p:nvPr/>
        </p:nvSpPr>
        <p:spPr>
          <a:xfrm xmlns:a="http://schemas.openxmlformats.org/drawingml/2006/main">
            <a:off x="3857625" y="2095500"/>
            <a:ext cx="371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F534C"/>
                </a:solidFill>
                <a:latin typeface="Noto Sans KR"/>
                <a:ea typeface="Noto Sans KR"/>
                <a:cs typeface="Noto Sans KR"/>
              </a:defRPr>
            </a:pPr>
            <a:r>
              <a:rPr sz="1725" b="0">
                <a:solidFill>
                  <a:srgbClr val="5F534C"/>
                </a:solidFill>
                <a:latin typeface="Noto Sans KR"/>
                <a:ea typeface="Noto Sans KR"/>
                <a:cs typeface="Noto Sans KR"/>
              </a:rPr>
              <a:t>공개 자막 우선 · 실패 시 직접 입력</a:t>
            </a:r>
          </a:p>
        </p:txBody>
      </p:sp>
      <p:sp>
        <p:nvSpPr>
          <p:cNvPr id="11" name="">
            <a:extLst xmlns:a="http://schemas.openxmlformats.org/drawingml/2006/main">
              <a:ext uri="{FF2B5EF4-FFF2-40B4-BE49-F238E27FC236}">
                <a16:creationId xmlns:a16="http://schemas.microsoft.com/office/drawing/2014/main" id="{C788E4C4-95A6-4B27-A179-A5969BE5E4E4}"/>
              </a:ext>
            </a:extLst>
          </p:cNvPr>
          <p:cNvSpPr>
            <a:spLocks xmlns:a="http://schemas.openxmlformats.org/drawingml/2006/main" noGrp="1"/>
          </p:cNvSpPr>
          <p:nvPr/>
        </p:nvSpPr>
        <p:spPr>
          <a:xfrm xmlns:a="http://schemas.openxmlformats.org/drawingml/2006/main">
            <a:off x="7953375" y="2095500"/>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637664"/>
                </a:solidFill>
                <a:latin typeface="Noto Sans KR"/>
                <a:ea typeface="Noto Sans KR"/>
                <a:cs typeface="Noto Sans KR"/>
              </a:defRPr>
            </a:pPr>
            <a:r>
              <a:rPr sz="1725" b="0">
                <a:solidFill>
                  <a:srgbClr val="637664"/>
                </a:solidFill>
                <a:latin typeface="Noto Sans KR"/>
                <a:ea typeface="Noto Sans KR"/>
                <a:cs typeface="Noto Sans KR"/>
              </a:rPr>
              <a:t>한화 영상 자막 경로 확인</a:t>
            </a:r>
          </a:p>
        </p:txBody>
      </p:sp>
      <p:sp>
        <p:nvSpPr>
          <p:cNvPr id="12" name="">
            <a:extLst xmlns:a="http://schemas.openxmlformats.org/drawingml/2006/main">
              <a:ext uri="{FF2B5EF4-FFF2-40B4-BE49-F238E27FC236}">
                <a16:creationId xmlns:a16="http://schemas.microsoft.com/office/drawing/2014/main" id="{AF58CA87-F2B3-4BDE-B743-B3A90BFDDEE5}"/>
              </a:ext>
            </a:extLst>
          </p:cNvPr>
          <p:cNvSpPr>
            <a:spLocks xmlns:a="http://schemas.openxmlformats.org/drawingml/2006/main" noGrp="1"/>
          </p:cNvSpPr>
          <p:nvPr/>
        </p:nvSpPr>
        <p:spPr>
          <a:xfrm xmlns:a="http://schemas.openxmlformats.org/drawingml/2006/main">
            <a:off x="685800" y="3048000"/>
            <a:ext cx="10715625" cy="0"/>
          </a:xfrm>
          <a:prstGeom xmlns:a="http://schemas.openxmlformats.org/drawingml/2006/main" prst="line">
            <a:avLst/>
          </a:prstGeom>
          <a:noFill xmlns:a="http://schemas.openxmlformats.org/drawingml/2006/main"/>
          <a:ln xmlns:a="http://schemas.openxmlformats.org/drawingml/2006/main" w="9525">
            <a:solidFill>
              <a:srgbClr val="D2C2B4"/>
            </a:solidFill>
          </a:ln>
        </p:spPr>
      </p:sp>
      <p:sp>
        <p:nvSpPr>
          <p:cNvPr id="13" name="">
            <a:extLst xmlns:a="http://schemas.openxmlformats.org/drawingml/2006/main">
              <a:ext uri="{FF2B5EF4-FFF2-40B4-BE49-F238E27FC236}">
                <a16:creationId xmlns:a16="http://schemas.microsoft.com/office/drawing/2014/main" id="{04C98844-05DB-41D5-B5E4-64D3CF8DAA96}"/>
              </a:ext>
            </a:extLst>
          </p:cNvPr>
          <p:cNvSpPr>
            <a:spLocks xmlns:a="http://schemas.openxmlformats.org/drawingml/2006/main" noGrp="1"/>
          </p:cNvSpPr>
          <p:nvPr/>
        </p:nvSpPr>
        <p:spPr>
          <a:xfrm xmlns:a="http://schemas.openxmlformats.org/drawingml/2006/main">
            <a:off x="685800" y="3314700"/>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PC와 휴대전화 기록이 다름</a:t>
            </a:r>
          </a:p>
        </p:txBody>
      </p:sp>
      <p:sp>
        <p:nvSpPr>
          <p:cNvPr id="14" name="">
            <a:extLst xmlns:a="http://schemas.openxmlformats.org/drawingml/2006/main">
              <a:ext uri="{FF2B5EF4-FFF2-40B4-BE49-F238E27FC236}">
                <a16:creationId xmlns:a16="http://schemas.microsoft.com/office/drawing/2014/main" id="{C2099B16-392F-4243-94D4-7C1E5D822688}"/>
              </a:ext>
            </a:extLst>
          </p:cNvPr>
          <p:cNvSpPr>
            <a:spLocks xmlns:a="http://schemas.openxmlformats.org/drawingml/2006/main" noGrp="1"/>
          </p:cNvSpPr>
          <p:nvPr/>
        </p:nvSpPr>
        <p:spPr>
          <a:xfrm xmlns:a="http://schemas.openxmlformats.org/drawingml/2006/main">
            <a:off x="3857625" y="3314700"/>
            <a:ext cx="371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F534C"/>
                </a:solidFill>
                <a:latin typeface="Noto Sans KR"/>
                <a:ea typeface="Noto Sans KR"/>
                <a:cs typeface="Noto Sans KR"/>
              </a:defRPr>
            </a:pPr>
            <a:r>
              <a:rPr sz="1725" b="0">
                <a:solidFill>
                  <a:srgbClr val="5F534C"/>
                </a:solidFill>
                <a:latin typeface="Noto Sans KR"/>
                <a:ea typeface="Noto Sans KR"/>
                <a:cs typeface="Noto Sans KR"/>
              </a:rPr>
              <a:t>소유자 코드 기반 Supabase 동기화</a:t>
            </a:r>
          </a:p>
        </p:txBody>
      </p:sp>
      <p:sp>
        <p:nvSpPr>
          <p:cNvPr id="15" name="">
            <a:extLst xmlns:a="http://schemas.openxmlformats.org/drawingml/2006/main">
              <a:ext uri="{FF2B5EF4-FFF2-40B4-BE49-F238E27FC236}">
                <a16:creationId xmlns:a16="http://schemas.microsoft.com/office/drawing/2014/main" id="{D75CBEF7-BDA8-4F7B-AFAB-6928FB6BC455}"/>
              </a:ext>
            </a:extLst>
          </p:cNvPr>
          <p:cNvSpPr>
            <a:spLocks xmlns:a="http://schemas.openxmlformats.org/drawingml/2006/main" noGrp="1"/>
          </p:cNvSpPr>
          <p:nvPr/>
        </p:nvSpPr>
        <p:spPr>
          <a:xfrm xmlns:a="http://schemas.openxmlformats.org/drawingml/2006/main">
            <a:off x="7953375" y="3314700"/>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637664"/>
                </a:solidFill>
                <a:latin typeface="Noto Sans KR"/>
                <a:ea typeface="Noto Sans KR"/>
                <a:cs typeface="Noto Sans KR"/>
              </a:defRPr>
            </a:pPr>
            <a:r>
              <a:rPr sz="1725" b="0">
                <a:solidFill>
                  <a:srgbClr val="637664"/>
                </a:solidFill>
                <a:latin typeface="Noto Sans KR"/>
                <a:ea typeface="Noto Sans KR"/>
                <a:cs typeface="Noto Sans KR"/>
              </a:rPr>
              <a:t>기록 13개 · 결과물 2개 불러오기</a:t>
            </a:r>
          </a:p>
        </p:txBody>
      </p:sp>
      <p:sp>
        <p:nvSpPr>
          <p:cNvPr id="16" name="">
            <a:extLst xmlns:a="http://schemas.openxmlformats.org/drawingml/2006/main">
              <a:ext uri="{FF2B5EF4-FFF2-40B4-BE49-F238E27FC236}">
                <a16:creationId xmlns:a16="http://schemas.microsoft.com/office/drawing/2014/main" id="{21266675-8D24-4949-9592-04E6C199ECE0}"/>
              </a:ext>
            </a:extLst>
          </p:cNvPr>
          <p:cNvSpPr>
            <a:spLocks xmlns:a="http://schemas.openxmlformats.org/drawingml/2006/main" noGrp="1"/>
          </p:cNvSpPr>
          <p:nvPr/>
        </p:nvSpPr>
        <p:spPr>
          <a:xfrm xmlns:a="http://schemas.openxmlformats.org/drawingml/2006/main">
            <a:off x="685800" y="4267200"/>
            <a:ext cx="10715625" cy="0"/>
          </a:xfrm>
          <a:prstGeom xmlns:a="http://schemas.openxmlformats.org/drawingml/2006/main" prst="line">
            <a:avLst/>
          </a:prstGeom>
          <a:noFill xmlns:a="http://schemas.openxmlformats.org/drawingml/2006/main"/>
          <a:ln xmlns:a="http://schemas.openxmlformats.org/drawingml/2006/main" w="9525">
            <a:solidFill>
              <a:srgbClr val="D2C2B4"/>
            </a:solidFill>
          </a:ln>
        </p:spPr>
      </p:sp>
      <p:sp>
        <p:nvSpPr>
          <p:cNvPr id="17" name="">
            <a:extLst xmlns:a="http://schemas.openxmlformats.org/drawingml/2006/main">
              <a:ext uri="{FF2B5EF4-FFF2-40B4-BE49-F238E27FC236}">
                <a16:creationId xmlns:a16="http://schemas.microsoft.com/office/drawing/2014/main" id="{15460030-6F7E-4AFE-A0D0-2B7C0C3E7E0A}"/>
              </a:ext>
            </a:extLst>
          </p:cNvPr>
          <p:cNvSpPr>
            <a:spLocks xmlns:a="http://schemas.openxmlformats.org/drawingml/2006/main" noGrp="1"/>
          </p:cNvSpPr>
          <p:nvPr/>
        </p:nvSpPr>
        <p:spPr>
          <a:xfrm xmlns:a="http://schemas.openxmlformats.org/drawingml/2006/main">
            <a:off x="685800" y="4533900"/>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긴 PDF가 입력 상한을 초과</a:t>
            </a:r>
          </a:p>
        </p:txBody>
      </p:sp>
      <p:sp>
        <p:nvSpPr>
          <p:cNvPr id="18" name="">
            <a:extLst xmlns:a="http://schemas.openxmlformats.org/drawingml/2006/main">
              <a:ext uri="{FF2B5EF4-FFF2-40B4-BE49-F238E27FC236}">
                <a16:creationId xmlns:a16="http://schemas.microsoft.com/office/drawing/2014/main" id="{7F04B56B-8248-4234-BD04-5C6958D146E9}"/>
              </a:ext>
            </a:extLst>
          </p:cNvPr>
          <p:cNvSpPr>
            <a:spLocks xmlns:a="http://schemas.openxmlformats.org/drawingml/2006/main" noGrp="1"/>
          </p:cNvSpPr>
          <p:nvPr/>
        </p:nvSpPr>
        <p:spPr>
          <a:xfrm xmlns:a="http://schemas.openxmlformats.org/drawingml/2006/main">
            <a:off x="3857625" y="4533900"/>
            <a:ext cx="371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F534C"/>
                </a:solidFill>
                <a:latin typeface="Noto Sans KR"/>
                <a:ea typeface="Noto Sans KR"/>
                <a:cs typeface="Noto Sans KR"/>
              </a:defRPr>
            </a:pPr>
            <a:r>
              <a:rPr sz="1725" b="0">
                <a:solidFill>
                  <a:srgbClr val="5F534C"/>
                </a:solidFill>
                <a:latin typeface="Noto Sans KR"/>
                <a:ea typeface="Noto Sans KR"/>
                <a:cs typeface="Noto Sans KR"/>
              </a:rPr>
              <a:t>화면과 서버 상한을 60,000자로 통일</a:t>
            </a:r>
          </a:p>
        </p:txBody>
      </p:sp>
      <p:sp>
        <p:nvSpPr>
          <p:cNvPr id="19" name="">
            <a:extLst xmlns:a="http://schemas.openxmlformats.org/drawingml/2006/main">
              <a:ext uri="{FF2B5EF4-FFF2-40B4-BE49-F238E27FC236}">
                <a16:creationId xmlns:a16="http://schemas.microsoft.com/office/drawing/2014/main" id="{905CBECB-E0CD-40EB-BD9F-874176515358}"/>
              </a:ext>
            </a:extLst>
          </p:cNvPr>
          <p:cNvSpPr>
            <a:spLocks xmlns:a="http://schemas.openxmlformats.org/drawingml/2006/main" noGrp="1"/>
          </p:cNvSpPr>
          <p:nvPr/>
        </p:nvSpPr>
        <p:spPr>
          <a:xfrm xmlns:a="http://schemas.openxmlformats.org/drawingml/2006/main">
            <a:off x="7953375" y="4533900"/>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637664"/>
                </a:solidFill>
                <a:latin typeface="Noto Sans KR"/>
                <a:ea typeface="Noto Sans KR"/>
                <a:cs typeface="Noto Sans KR"/>
              </a:defRPr>
            </a:pPr>
            <a:r>
              <a:rPr sz="1725" b="0">
                <a:solidFill>
                  <a:srgbClr val="637664"/>
                </a:solidFill>
                <a:latin typeface="Noto Sans KR"/>
                <a:ea typeface="Noto Sans KR"/>
                <a:cs typeface="Noto Sans KR"/>
              </a:rPr>
              <a:t>28,204자 PDF 분석 경로 확인</a:t>
            </a:r>
          </a:p>
        </p:txBody>
      </p:sp>
      <p:sp>
        <p:nvSpPr>
          <p:cNvPr id="20" name="">
            <a:extLst xmlns:a="http://schemas.openxmlformats.org/drawingml/2006/main">
              <a:ext uri="{FF2B5EF4-FFF2-40B4-BE49-F238E27FC236}">
                <a16:creationId xmlns:a16="http://schemas.microsoft.com/office/drawing/2014/main" id="{5DFAA060-DDBE-4EA9-80A7-B107CD954459}"/>
              </a:ext>
            </a:extLst>
          </p:cNvPr>
          <p:cNvSpPr>
            <a:spLocks xmlns:a="http://schemas.openxmlformats.org/drawingml/2006/main" noGrp="1"/>
          </p:cNvSpPr>
          <p:nvPr/>
        </p:nvSpPr>
        <p:spPr>
          <a:xfrm xmlns:a="http://schemas.openxmlformats.org/drawingml/2006/main">
            <a:off x="685800" y="5943600"/>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865C46"/>
                </a:solidFill>
                <a:latin typeface="Noto Sans KR"/>
                <a:ea typeface="Noto Sans KR"/>
                <a:cs typeface="Noto Sans KR"/>
              </a:defRPr>
            </a:pPr>
            <a:r>
              <a:rPr sz="1725" b="1">
                <a:solidFill>
                  <a:srgbClr val="865C46"/>
                </a:solidFill>
                <a:latin typeface="Noto Sans KR"/>
                <a:ea typeface="Noto Sans KR"/>
                <a:cs typeface="Noto Sans KR"/>
              </a:rPr>
              <a:t>기능을 추가한 사실보다 관찰한 문제와 바꾼 이유가 연결되도록 기록했습니다</a:t>
            </a:r>
          </a:p>
        </p:txBody>
      </p:sp>
    </p:spTree>
    <p:extLst>
      <p:ext uri="{BB962C8B-B14F-4D97-AF65-F5344CB8AC3E}">
        <p14:creationId xmlns:p14="http://schemas.microsoft.com/office/powerpoint/2010/main" val="1366235685"/>
      </p:ext>
    </p:extLst>
  </p:cSld>
</p:sld>
</file>

<file path=ppt/slides/slide12.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0C3FEB2-B95B-4C90-9D1A-59C15D994E31}"/>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EE2F0C-9A62-4EFD-AE91-52143D583E30}"/>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구현 사실, 개인 체감, 남은 검증</a:t>
            </a:r>
          </a:p>
        </p:txBody>
      </p:sp>
      <p:sp>
        <p:nvSpPr>
          <p:cNvPr id="3" name="">
            <a:extLst xmlns:a="http://schemas.openxmlformats.org/drawingml/2006/main">
              <a:ext uri="{FF2B5EF4-FFF2-40B4-BE49-F238E27FC236}">
                <a16:creationId xmlns:a16="http://schemas.microsoft.com/office/drawing/2014/main" id="{F17C2872-595F-4BAB-8D3A-A0996124D0D2}"/>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BC0A16EC-FAA0-43E1-BB5C-04C337F7AF3C}"/>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12</a:t>
            </a:r>
          </a:p>
        </p:txBody>
      </p:sp>
      <p:sp>
        <p:nvSpPr>
          <p:cNvPr id="5" name="">
            <a:extLst xmlns:a="http://schemas.openxmlformats.org/drawingml/2006/main">
              <a:ext uri="{FF2B5EF4-FFF2-40B4-BE49-F238E27FC236}">
                <a16:creationId xmlns:a16="http://schemas.microsoft.com/office/drawing/2014/main" id="{54ED7CC2-70DF-4339-A2D8-F63BBF8F5E93}"/>
              </a:ext>
            </a:extLst>
          </p:cNvPr>
          <p:cNvSpPr>
            <a:spLocks xmlns:a="http://schemas.openxmlformats.org/drawingml/2006/main" noGrp="1"/>
          </p:cNvSpPr>
          <p:nvPr/>
        </p:nvSpPr>
        <p:spPr>
          <a:xfrm xmlns:a="http://schemas.openxmlformats.org/drawingml/2006/main">
            <a:off x="552450" y="1524000"/>
            <a:ext cx="3429000" cy="3857625"/>
          </a:xfrm>
          <a:prstGeom xmlns:a="http://schemas.openxmlformats.org/drawingml/2006/main" prst="rect">
            <a:avLst/>
          </a:prstGeom>
          <a:solidFill xmlns:a="http://schemas.openxmlformats.org/drawingml/2006/main">
            <a:srgbClr val="FFFDF9"/>
          </a:solidFill>
          <a:ln xmlns:a="http://schemas.openxmlformats.org/drawingml/2006/main" w="9525">
            <a:solidFill>
              <a:srgbClr val="637664"/>
            </a:solidFill>
          </a:ln>
        </p:spPr>
      </p:sp>
      <p:sp>
        <p:nvSpPr>
          <p:cNvPr id="6" name="">
            <a:extLst xmlns:a="http://schemas.openxmlformats.org/drawingml/2006/main">
              <a:ext uri="{FF2B5EF4-FFF2-40B4-BE49-F238E27FC236}">
                <a16:creationId xmlns:a16="http://schemas.microsoft.com/office/drawing/2014/main" id="{1846EA46-ADDB-4F24-964E-D8523C6EBF44}"/>
              </a:ext>
            </a:extLst>
          </p:cNvPr>
          <p:cNvSpPr>
            <a:spLocks xmlns:a="http://schemas.openxmlformats.org/drawingml/2006/main" noGrp="1"/>
          </p:cNvSpPr>
          <p:nvPr/>
        </p:nvSpPr>
        <p:spPr>
          <a:xfrm xmlns:a="http://schemas.openxmlformats.org/drawingml/2006/main">
            <a:off x="838200" y="18478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637664"/>
                </a:solidFill>
                <a:latin typeface="Noto Sans KR"/>
                <a:ea typeface="Noto Sans KR"/>
                <a:cs typeface="Noto Sans KR"/>
              </a:defRPr>
            </a:pPr>
            <a:r>
              <a:rPr sz="2250" b="1">
                <a:solidFill>
                  <a:srgbClr val="637664"/>
                </a:solidFill>
                <a:latin typeface="Noto Sans KR"/>
                <a:ea typeface="Noto Sans KR"/>
                <a:cs typeface="Noto Sans KR"/>
              </a:rPr>
              <a:t>구현 사실</a:t>
            </a:r>
          </a:p>
        </p:txBody>
      </p:sp>
      <p:sp>
        <p:nvSpPr>
          <p:cNvPr id="7" name="">
            <a:extLst xmlns:a="http://schemas.openxmlformats.org/drawingml/2006/main">
              <a:ext uri="{FF2B5EF4-FFF2-40B4-BE49-F238E27FC236}">
                <a16:creationId xmlns:a16="http://schemas.microsoft.com/office/drawing/2014/main" id="{1DBAEE03-C14B-4298-9ABE-41675E5425D3}"/>
              </a:ext>
            </a:extLst>
          </p:cNvPr>
          <p:cNvSpPr>
            <a:spLocks xmlns:a="http://schemas.openxmlformats.org/drawingml/2006/main" noGrp="1"/>
          </p:cNvSpPr>
          <p:nvPr/>
        </p:nvSpPr>
        <p:spPr>
          <a:xfrm xmlns:a="http://schemas.openxmlformats.org/drawingml/2006/main">
            <a:off x="838200" y="26193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본인 기록 13개</a:t>
            </a:r>
          </a:p>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결과물 2개 불러오기</a:t>
            </a:r>
          </a:p>
        </p:txBody>
      </p:sp>
      <p:sp>
        <p:nvSpPr>
          <p:cNvPr id="8" name="">
            <a:extLst xmlns:a="http://schemas.openxmlformats.org/drawingml/2006/main">
              <a:ext uri="{FF2B5EF4-FFF2-40B4-BE49-F238E27FC236}">
                <a16:creationId xmlns:a16="http://schemas.microsoft.com/office/drawing/2014/main" id="{62CBD877-AF43-45D6-90B3-2EC21EA7D9E9}"/>
              </a:ext>
            </a:extLst>
          </p:cNvPr>
          <p:cNvSpPr>
            <a:spLocks xmlns:a="http://schemas.openxmlformats.org/drawingml/2006/main" noGrp="1"/>
          </p:cNvSpPr>
          <p:nvPr/>
        </p:nvSpPr>
        <p:spPr>
          <a:xfrm xmlns:a="http://schemas.openxmlformats.org/drawingml/2006/main">
            <a:off x="838200" y="37623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저장 실패와 충돌</a:t>
            </a:r>
          </a:p>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백업 복원 합성 검사</a:t>
            </a:r>
          </a:p>
        </p:txBody>
      </p:sp>
      <p:sp>
        <p:nvSpPr>
          <p:cNvPr id="9" name="">
            <a:extLst xmlns:a="http://schemas.openxmlformats.org/drawingml/2006/main">
              <a:ext uri="{FF2B5EF4-FFF2-40B4-BE49-F238E27FC236}">
                <a16:creationId xmlns:a16="http://schemas.microsoft.com/office/drawing/2014/main" id="{4E468BAF-D373-472B-8143-346B95149FBA}"/>
              </a:ext>
            </a:extLst>
          </p:cNvPr>
          <p:cNvSpPr>
            <a:spLocks xmlns:a="http://schemas.openxmlformats.org/drawingml/2006/main" noGrp="1"/>
          </p:cNvSpPr>
          <p:nvPr/>
        </p:nvSpPr>
        <p:spPr>
          <a:xfrm xmlns:a="http://schemas.openxmlformats.org/drawingml/2006/main">
            <a:off x="4381500" y="1524000"/>
            <a:ext cx="3429000" cy="3857625"/>
          </a:xfrm>
          <a:prstGeom xmlns:a="http://schemas.openxmlformats.org/drawingml/2006/main" prst="rect">
            <a:avLst/>
          </a:prstGeom>
          <a:solidFill xmlns:a="http://schemas.openxmlformats.org/drawingml/2006/main">
            <a:srgbClr val="2C1D1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97FD560-4692-4591-9E30-E8246E272D3F}"/>
              </a:ext>
            </a:extLst>
          </p:cNvPr>
          <p:cNvSpPr>
            <a:spLocks xmlns:a="http://schemas.openxmlformats.org/drawingml/2006/main" noGrp="1"/>
          </p:cNvSpPr>
          <p:nvPr/>
        </p:nvSpPr>
        <p:spPr>
          <a:xfrm xmlns:a="http://schemas.openxmlformats.org/drawingml/2006/main">
            <a:off x="4667250" y="18478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E8D9CB"/>
                </a:solidFill>
                <a:latin typeface="Noto Sans KR"/>
                <a:ea typeface="Noto Sans KR"/>
                <a:cs typeface="Noto Sans KR"/>
              </a:defRPr>
            </a:pPr>
            <a:r>
              <a:rPr sz="2250" b="1">
                <a:solidFill>
                  <a:srgbClr val="E8D9CB"/>
                </a:solidFill>
                <a:latin typeface="Noto Sans KR"/>
                <a:ea typeface="Noto Sans KR"/>
                <a:cs typeface="Noto Sans KR"/>
              </a:rPr>
              <a:t>개인 사용 체감</a:t>
            </a:r>
          </a:p>
        </p:txBody>
      </p:sp>
      <p:sp>
        <p:nvSpPr>
          <p:cNvPr id="11" name="">
            <a:extLst xmlns:a="http://schemas.openxmlformats.org/drawingml/2006/main">
              <a:ext uri="{FF2B5EF4-FFF2-40B4-BE49-F238E27FC236}">
                <a16:creationId xmlns:a16="http://schemas.microsoft.com/office/drawing/2014/main" id="{9BA6CE0F-46A6-4A42-9A6D-DF47AC64AEA2}"/>
              </a:ext>
            </a:extLst>
          </p:cNvPr>
          <p:cNvSpPr>
            <a:spLocks xmlns:a="http://schemas.openxmlformats.org/drawingml/2006/main" noGrp="1"/>
          </p:cNvSpPr>
          <p:nvPr/>
        </p:nvSpPr>
        <p:spPr>
          <a:xfrm xmlns:a="http://schemas.openxmlformats.org/drawingml/2006/main">
            <a:off x="4667250" y="26479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7F2EA"/>
                </a:solidFill>
                <a:latin typeface="Noto Sans KR"/>
                <a:ea typeface="Noto Sans KR"/>
                <a:cs typeface="Noto Sans KR"/>
              </a:defRPr>
            </a:pPr>
            <a:r>
              <a:rPr sz="1800" b="1">
                <a:solidFill>
                  <a:srgbClr val="F7F2EA"/>
                </a:solidFill>
                <a:latin typeface="Noto Sans KR"/>
                <a:ea typeface="Noto Sans KR"/>
                <a:cs typeface="Noto Sans KR"/>
              </a:rPr>
              <a:t>정리 시간이 줄었다</a:t>
            </a:r>
          </a:p>
        </p:txBody>
      </p:sp>
      <p:sp>
        <p:nvSpPr>
          <p:cNvPr id="12" name="">
            <a:extLst xmlns:a="http://schemas.openxmlformats.org/drawingml/2006/main">
              <a:ext uri="{FF2B5EF4-FFF2-40B4-BE49-F238E27FC236}">
                <a16:creationId xmlns:a16="http://schemas.microsoft.com/office/drawing/2014/main" id="{F99CB7D7-5C75-4460-A315-53407E54579B}"/>
              </a:ext>
            </a:extLst>
          </p:cNvPr>
          <p:cNvSpPr>
            <a:spLocks xmlns:a="http://schemas.openxmlformats.org/drawingml/2006/main" noGrp="1"/>
          </p:cNvSpPr>
          <p:nvPr/>
        </p:nvSpPr>
        <p:spPr>
          <a:xfrm xmlns:a="http://schemas.openxmlformats.org/drawingml/2006/main">
            <a:off x="4667250" y="33909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7F2EA"/>
                </a:solidFill>
                <a:latin typeface="Noto Sans KR"/>
                <a:ea typeface="Noto Sans KR"/>
                <a:cs typeface="Noto Sans KR"/>
              </a:defRPr>
            </a:pPr>
            <a:r>
              <a:rPr sz="1800" b="1">
                <a:solidFill>
                  <a:srgbClr val="F7F2EA"/>
                </a:solidFill>
                <a:latin typeface="Noto Sans KR"/>
                <a:ea typeface="Noto Sans KR"/>
                <a:cs typeface="Noto Sans KR"/>
              </a:rPr>
              <a:t>정리가 더 편해졌다</a:t>
            </a:r>
          </a:p>
        </p:txBody>
      </p:sp>
      <p:sp>
        <p:nvSpPr>
          <p:cNvPr id="13" name="">
            <a:extLst xmlns:a="http://schemas.openxmlformats.org/drawingml/2006/main">
              <a:ext uri="{FF2B5EF4-FFF2-40B4-BE49-F238E27FC236}">
                <a16:creationId xmlns:a16="http://schemas.microsoft.com/office/drawing/2014/main" id="{C4311C54-F7C0-4CED-B1E2-E734E8FA2CE3}"/>
              </a:ext>
            </a:extLst>
          </p:cNvPr>
          <p:cNvSpPr>
            <a:spLocks xmlns:a="http://schemas.openxmlformats.org/drawingml/2006/main" noGrp="1"/>
          </p:cNvSpPr>
          <p:nvPr/>
        </p:nvSpPr>
        <p:spPr>
          <a:xfrm xmlns:a="http://schemas.openxmlformats.org/drawingml/2006/main">
            <a:off x="4667250" y="41338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F7F2EA"/>
                </a:solidFill>
                <a:latin typeface="Noto Sans KR"/>
                <a:ea typeface="Noto Sans KR"/>
                <a:cs typeface="Noto Sans KR"/>
              </a:defRPr>
            </a:pPr>
            <a:r>
              <a:rPr sz="1800" b="1">
                <a:solidFill>
                  <a:srgbClr val="F7F2EA"/>
                </a:solidFill>
                <a:latin typeface="Noto Sans KR"/>
                <a:ea typeface="Noto Sans KR"/>
                <a:cs typeface="Noto Sans KR"/>
              </a:rPr>
              <a:t>더 다양한 생각을</a:t>
            </a:r>
          </a:p>
          <a:p xmlns:a="http://schemas.openxmlformats.org/drawingml/2006/main">
            <a:pPr algn="l">
              <a:defRPr sz="1800" b="1">
                <a:solidFill>
                  <a:srgbClr val="F7F2EA"/>
                </a:solidFill>
                <a:latin typeface="Noto Sans KR"/>
                <a:ea typeface="Noto Sans KR"/>
                <a:cs typeface="Noto Sans KR"/>
              </a:defRPr>
            </a:pPr>
            <a:r>
              <a:rPr sz="1800" b="1">
                <a:solidFill>
                  <a:srgbClr val="F7F2EA"/>
                </a:solidFill>
                <a:latin typeface="Noto Sans KR"/>
                <a:ea typeface="Noto Sans KR"/>
                <a:cs typeface="Noto Sans KR"/>
              </a:rPr>
              <a:t>이어갈 수 있었다</a:t>
            </a:r>
          </a:p>
        </p:txBody>
      </p:sp>
      <p:sp>
        <p:nvSpPr>
          <p:cNvPr id="14" name="">
            <a:extLst xmlns:a="http://schemas.openxmlformats.org/drawingml/2006/main">
              <a:ext uri="{FF2B5EF4-FFF2-40B4-BE49-F238E27FC236}">
                <a16:creationId xmlns:a16="http://schemas.microsoft.com/office/drawing/2014/main" id="{047AEF86-1D6B-437D-8CCA-23CD1364EEEB}"/>
              </a:ext>
            </a:extLst>
          </p:cNvPr>
          <p:cNvSpPr>
            <a:spLocks xmlns:a="http://schemas.openxmlformats.org/drawingml/2006/main" noGrp="1"/>
          </p:cNvSpPr>
          <p:nvPr/>
        </p:nvSpPr>
        <p:spPr>
          <a:xfrm xmlns:a="http://schemas.openxmlformats.org/drawingml/2006/main">
            <a:off x="4667250" y="49530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E8D9CB"/>
                </a:solidFill>
                <a:latin typeface="Noto Sans KR"/>
                <a:ea typeface="Noto Sans KR"/>
                <a:cs typeface="Noto Sans KR"/>
              </a:defRPr>
            </a:pPr>
            <a:r>
              <a:rPr sz="1350" b="0">
                <a:solidFill>
                  <a:srgbClr val="E8D9CB"/>
                </a:solidFill>
                <a:latin typeface="Noto Sans KR"/>
                <a:ea typeface="Noto Sans KR"/>
                <a:cs typeface="Noto Sans KR"/>
              </a:rPr>
              <a:t>개인 의견 · 정량 측정 전</a:t>
            </a:r>
          </a:p>
        </p:txBody>
      </p:sp>
      <p:sp>
        <p:nvSpPr>
          <p:cNvPr id="15" name="">
            <a:extLst xmlns:a="http://schemas.openxmlformats.org/drawingml/2006/main">
              <a:ext uri="{FF2B5EF4-FFF2-40B4-BE49-F238E27FC236}">
                <a16:creationId xmlns:a16="http://schemas.microsoft.com/office/drawing/2014/main" id="{7F41BB0D-BC6D-4F31-B41E-BF3678524080}"/>
              </a:ext>
            </a:extLst>
          </p:cNvPr>
          <p:cNvSpPr>
            <a:spLocks xmlns:a="http://schemas.openxmlformats.org/drawingml/2006/main" noGrp="1"/>
          </p:cNvSpPr>
          <p:nvPr/>
        </p:nvSpPr>
        <p:spPr>
          <a:xfrm xmlns:a="http://schemas.openxmlformats.org/drawingml/2006/main">
            <a:off x="8210550" y="1524000"/>
            <a:ext cx="3429000" cy="3857625"/>
          </a:xfrm>
          <a:prstGeom xmlns:a="http://schemas.openxmlformats.org/drawingml/2006/main" prst="rect">
            <a:avLst/>
          </a:prstGeom>
          <a:solidFill xmlns:a="http://schemas.openxmlformats.org/drawingml/2006/main">
            <a:srgbClr val="FFFDF9"/>
          </a:solidFill>
          <a:ln xmlns:a="http://schemas.openxmlformats.org/drawingml/2006/main" w="9525">
            <a:solidFill>
              <a:srgbClr val="865C46"/>
            </a:solidFill>
          </a:ln>
        </p:spPr>
      </p:sp>
      <p:sp>
        <p:nvSpPr>
          <p:cNvPr id="16" name="">
            <a:extLst xmlns:a="http://schemas.openxmlformats.org/drawingml/2006/main">
              <a:ext uri="{FF2B5EF4-FFF2-40B4-BE49-F238E27FC236}">
                <a16:creationId xmlns:a16="http://schemas.microsoft.com/office/drawing/2014/main" id="{C49EEE70-E858-4A79-A08A-1813A4AFF1ED}"/>
              </a:ext>
            </a:extLst>
          </p:cNvPr>
          <p:cNvSpPr>
            <a:spLocks xmlns:a="http://schemas.openxmlformats.org/drawingml/2006/main" noGrp="1"/>
          </p:cNvSpPr>
          <p:nvPr/>
        </p:nvSpPr>
        <p:spPr>
          <a:xfrm xmlns:a="http://schemas.openxmlformats.org/drawingml/2006/main">
            <a:off x="8496300" y="18478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865C46"/>
                </a:solidFill>
                <a:latin typeface="Noto Sans KR"/>
                <a:ea typeface="Noto Sans KR"/>
                <a:cs typeface="Noto Sans KR"/>
              </a:defRPr>
            </a:pPr>
            <a:r>
              <a:rPr sz="2250" b="1">
                <a:solidFill>
                  <a:srgbClr val="865C46"/>
                </a:solidFill>
                <a:latin typeface="Noto Sans KR"/>
                <a:ea typeface="Noto Sans KR"/>
                <a:cs typeface="Noto Sans KR"/>
              </a:rPr>
              <a:t>남은 검증</a:t>
            </a:r>
          </a:p>
        </p:txBody>
      </p:sp>
      <p:sp>
        <p:nvSpPr>
          <p:cNvPr id="17" name="">
            <a:extLst xmlns:a="http://schemas.openxmlformats.org/drawingml/2006/main">
              <a:ext uri="{FF2B5EF4-FFF2-40B4-BE49-F238E27FC236}">
                <a16:creationId xmlns:a16="http://schemas.microsoft.com/office/drawing/2014/main" id="{C9E9F853-10F8-424C-8E8A-9FDFA38DF06E}"/>
              </a:ext>
            </a:extLst>
          </p:cNvPr>
          <p:cNvSpPr>
            <a:spLocks xmlns:a="http://schemas.openxmlformats.org/drawingml/2006/main" noGrp="1"/>
          </p:cNvSpPr>
          <p:nvPr/>
        </p:nvSpPr>
        <p:spPr>
          <a:xfrm xmlns:a="http://schemas.openxmlformats.org/drawingml/2006/main">
            <a:off x="8496300" y="261937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외부 사용자에게도</a:t>
            </a:r>
          </a:p>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중요한 문제인지</a:t>
            </a:r>
          </a:p>
        </p:txBody>
      </p:sp>
      <p:sp>
        <p:nvSpPr>
          <p:cNvPr id="18" name="">
            <a:extLst xmlns:a="http://schemas.openxmlformats.org/drawingml/2006/main">
              <a:ext uri="{FF2B5EF4-FFF2-40B4-BE49-F238E27FC236}">
                <a16:creationId xmlns:a16="http://schemas.microsoft.com/office/drawing/2014/main" id="{DF523624-FAC5-4C54-9FB3-DCB8F74CCE28}"/>
              </a:ext>
            </a:extLst>
          </p:cNvPr>
          <p:cNvSpPr>
            <a:spLocks xmlns:a="http://schemas.openxmlformats.org/drawingml/2006/main" noGrp="1"/>
          </p:cNvSpPr>
          <p:nvPr/>
        </p:nvSpPr>
        <p:spPr>
          <a:xfrm xmlns:a="http://schemas.openxmlformats.org/drawingml/2006/main">
            <a:off x="8496300" y="361950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사용 전후 시간이</a:t>
            </a:r>
          </a:p>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실제로 줄어드는지</a:t>
            </a:r>
          </a:p>
        </p:txBody>
      </p:sp>
      <p:sp>
        <p:nvSpPr>
          <p:cNvPr id="19" name="">
            <a:extLst xmlns:a="http://schemas.openxmlformats.org/drawingml/2006/main">
              <a:ext uri="{FF2B5EF4-FFF2-40B4-BE49-F238E27FC236}">
                <a16:creationId xmlns:a16="http://schemas.microsoft.com/office/drawing/2014/main" id="{D4749141-7DC7-41A0-8CA0-AB44ADFC501D}"/>
              </a:ext>
            </a:extLst>
          </p:cNvPr>
          <p:cNvSpPr>
            <a:spLocks xmlns:a="http://schemas.openxmlformats.org/drawingml/2006/main" noGrp="1"/>
          </p:cNvSpPr>
          <p:nvPr/>
        </p:nvSpPr>
        <p:spPr>
          <a:xfrm xmlns:a="http://schemas.openxmlformats.org/drawingml/2006/main">
            <a:off x="8496300" y="46672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C1D18"/>
                </a:solidFill>
                <a:latin typeface="Noto Sans KR"/>
                <a:ea typeface="Noto Sans KR"/>
                <a:cs typeface="Noto Sans KR"/>
              </a:defRPr>
            </a:pPr>
            <a:r>
              <a:rPr sz="1725" b="1">
                <a:solidFill>
                  <a:srgbClr val="2C1D18"/>
                </a:solidFill>
                <a:latin typeface="Noto Sans KR"/>
                <a:ea typeface="Noto Sans KR"/>
                <a:cs typeface="Noto Sans KR"/>
              </a:rPr>
              <a:t>장기 반복 사용</a:t>
            </a:r>
          </a:p>
        </p:txBody>
      </p:sp>
      <p:sp>
        <p:nvSpPr>
          <p:cNvPr id="20" name="">
            <a:extLst xmlns:a="http://schemas.openxmlformats.org/drawingml/2006/main">
              <a:ext uri="{FF2B5EF4-FFF2-40B4-BE49-F238E27FC236}">
                <a16:creationId xmlns:a16="http://schemas.microsoft.com/office/drawing/2014/main" id="{A2F4F2A2-CC61-47F3-85B9-0E5122E62F66}"/>
              </a:ext>
            </a:extLst>
          </p:cNvPr>
          <p:cNvSpPr>
            <a:spLocks xmlns:a="http://schemas.openxmlformats.org/drawingml/2006/main" noGrp="1"/>
          </p:cNvSpPr>
          <p:nvPr/>
        </p:nvSpPr>
        <p:spPr>
          <a:xfrm xmlns:a="http://schemas.openxmlformats.org/drawingml/2006/main">
            <a:off x="685800" y="58864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650" b="1">
                <a:solidFill>
                  <a:srgbClr val="5F534C"/>
                </a:solidFill>
                <a:latin typeface="Noto Sans KR"/>
                <a:ea typeface="Noto Sans KR"/>
                <a:cs typeface="Noto Sans KR"/>
              </a:defRPr>
            </a:pPr>
            <a:r>
              <a:rPr sz="1650" b="1">
                <a:solidFill>
                  <a:srgbClr val="5F534C"/>
                </a:solidFill>
                <a:latin typeface="Noto Sans KR"/>
                <a:ea typeface="Noto Sans KR"/>
                <a:cs typeface="Noto Sans KR"/>
              </a:rPr>
              <a:t>구현 사실과 개인 체감, 외부 사용자 효과를 구분합니다</a:t>
            </a:r>
          </a:p>
        </p:txBody>
      </p:sp>
    </p:spTree>
    <p:extLst>
      <p:ext uri="{BB962C8B-B14F-4D97-AF65-F5344CB8AC3E}">
        <p14:creationId xmlns:p14="http://schemas.microsoft.com/office/powerpoint/2010/main" val="1574786998"/>
      </p:ext>
    </p:extLst>
  </p:cSld>
</p:sld>
</file>

<file path=ppt/slides/slide13.xml><?xml version="1.0" encoding="utf-8"?>
<p:sld xmlns:p="http://schemas.openxmlformats.org/presentationml/2006/main">
  <p:cSld>
    <p:bg>
      <p:bgPr>
        <a:solidFill xmlns:a="http://schemas.openxmlformats.org/drawingml/2006/main">
          <a:srgbClr val="F7F2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274914E-ED6C-4E11-9C93-063742D5EA2F}"/>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A92C08-7B53-430B-BA22-CF6849B95FCB}"/>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C1D18"/>
                </a:solidFill>
                <a:latin typeface="Noto Sans KR"/>
                <a:ea typeface="Noto Sans KR"/>
                <a:cs typeface="Noto Sans KR"/>
              </a:defRPr>
            </a:pPr>
            <a:r>
              <a:rPr sz="3000" b="1">
                <a:solidFill>
                  <a:srgbClr val="2C1D18"/>
                </a:solidFill>
                <a:latin typeface="Noto Sans KR"/>
                <a:ea typeface="Noto Sans KR"/>
                <a:cs typeface="Noto Sans KR"/>
              </a:rPr>
              <a:t>제품 기획자로서 배운 점</a:t>
            </a:r>
          </a:p>
        </p:txBody>
      </p:sp>
      <p:sp>
        <p:nvSpPr>
          <p:cNvPr id="3" name="">
            <a:extLst xmlns:a="http://schemas.openxmlformats.org/drawingml/2006/main">
              <a:ext uri="{FF2B5EF4-FFF2-40B4-BE49-F238E27FC236}">
                <a16:creationId xmlns:a16="http://schemas.microsoft.com/office/drawing/2014/main" id="{DEC913C2-BA6B-4D87-A626-A0E5DEFE9D1B}"/>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D2C2B4"/>
            </a:solidFill>
          </a:ln>
        </p:spPr>
      </p:sp>
      <p:sp>
        <p:nvSpPr>
          <p:cNvPr id="4" name="">
            <a:extLst xmlns:a="http://schemas.openxmlformats.org/drawingml/2006/main">
              <a:ext uri="{FF2B5EF4-FFF2-40B4-BE49-F238E27FC236}">
                <a16:creationId xmlns:a16="http://schemas.microsoft.com/office/drawing/2014/main" id="{3FF1B9BD-B7D5-436A-AC55-D3A776079310}"/>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F534C"/>
                </a:solidFill>
                <a:latin typeface="Noto Sans KR"/>
                <a:ea typeface="Noto Sans KR"/>
                <a:cs typeface="Noto Sans KR"/>
              </a:defRPr>
            </a:pPr>
            <a:r>
              <a:rPr sz="1200" b="0">
                <a:solidFill>
                  <a:srgbClr val="5F534C"/>
                </a:solidFill>
                <a:latin typeface="Noto Sans KR"/>
                <a:ea typeface="Noto Sans KR"/>
                <a:cs typeface="Noto Sans KR"/>
              </a:rPr>
              <a:t>13</a:t>
            </a:r>
          </a:p>
        </p:txBody>
      </p:sp>
      <p:sp>
        <p:nvSpPr>
          <p:cNvPr id="5" name="">
            <a:extLst xmlns:a="http://schemas.openxmlformats.org/drawingml/2006/main">
              <a:ext uri="{FF2B5EF4-FFF2-40B4-BE49-F238E27FC236}">
                <a16:creationId xmlns:a16="http://schemas.microsoft.com/office/drawing/2014/main" id="{2869261C-2A26-443D-986D-B7774BFE31A8}"/>
              </a:ext>
            </a:extLst>
          </p:cNvPr>
          <p:cNvSpPr>
            <a:spLocks xmlns:a="http://schemas.openxmlformats.org/drawingml/2006/main" noGrp="1"/>
          </p:cNvSpPr>
          <p:nvPr/>
        </p:nvSpPr>
        <p:spPr>
          <a:xfrm xmlns:a="http://schemas.openxmlformats.org/drawingml/2006/main">
            <a:off x="723900" y="15811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865C46"/>
                </a:solidFill>
                <a:latin typeface="Noto Sans KR"/>
                <a:ea typeface="Noto Sans KR"/>
                <a:cs typeface="Noto Sans KR"/>
              </a:defRPr>
            </a:pPr>
            <a:r>
              <a:rPr sz="1650" b="1">
                <a:solidFill>
                  <a:srgbClr val="865C46"/>
                </a:solidFill>
                <a:latin typeface="Noto Sans KR"/>
                <a:ea typeface="Noto Sans KR"/>
                <a:cs typeface="Noto Sans KR"/>
              </a:rPr>
              <a:t>01</a:t>
            </a:r>
          </a:p>
        </p:txBody>
      </p:sp>
      <p:sp>
        <p:nvSpPr>
          <p:cNvPr id="6" name="">
            <a:extLst xmlns:a="http://schemas.openxmlformats.org/drawingml/2006/main">
              <a:ext uri="{FF2B5EF4-FFF2-40B4-BE49-F238E27FC236}">
                <a16:creationId xmlns:a16="http://schemas.microsoft.com/office/drawing/2014/main" id="{67F5C303-9F97-4D0B-AE13-93A9BCF6A1F9}"/>
              </a:ext>
            </a:extLst>
          </p:cNvPr>
          <p:cNvSpPr>
            <a:spLocks xmlns:a="http://schemas.openxmlformats.org/drawingml/2006/main" noGrp="1"/>
          </p:cNvSpPr>
          <p:nvPr/>
        </p:nvSpPr>
        <p:spPr>
          <a:xfrm xmlns:a="http://schemas.openxmlformats.org/drawingml/2006/main">
            <a:off x="1524000" y="1524000"/>
            <a:ext cx="985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AI 답변 품질만 높여도 반복 사용 이유는 생기지 않았다</a:t>
            </a:r>
          </a:p>
        </p:txBody>
      </p:sp>
      <p:sp>
        <p:nvSpPr>
          <p:cNvPr id="7" name="">
            <a:extLst xmlns:a="http://schemas.openxmlformats.org/drawingml/2006/main">
              <a:ext uri="{FF2B5EF4-FFF2-40B4-BE49-F238E27FC236}">
                <a16:creationId xmlns:a16="http://schemas.microsoft.com/office/drawing/2014/main" id="{27D04017-29B9-4B95-AC7F-A45E6A39274B}"/>
              </a:ext>
            </a:extLst>
          </p:cNvPr>
          <p:cNvSpPr>
            <a:spLocks xmlns:a="http://schemas.openxmlformats.org/drawingml/2006/main" noGrp="1"/>
          </p:cNvSpPr>
          <p:nvPr/>
        </p:nvSpPr>
        <p:spPr>
          <a:xfrm xmlns:a="http://schemas.openxmlformats.org/drawingml/2006/main">
            <a:off x="723900" y="2324100"/>
            <a:ext cx="10668000" cy="0"/>
          </a:xfrm>
          <a:prstGeom xmlns:a="http://schemas.openxmlformats.org/drawingml/2006/main" prst="line">
            <a:avLst/>
          </a:prstGeom>
          <a:noFill xmlns:a="http://schemas.openxmlformats.org/drawingml/2006/main"/>
          <a:ln xmlns:a="http://schemas.openxmlformats.org/drawingml/2006/main" w="9525">
            <a:solidFill>
              <a:srgbClr val="D2C2B4"/>
            </a:solidFill>
          </a:ln>
        </p:spPr>
      </p:sp>
      <p:sp>
        <p:nvSpPr>
          <p:cNvPr id="8" name="">
            <a:extLst xmlns:a="http://schemas.openxmlformats.org/drawingml/2006/main">
              <a:ext uri="{FF2B5EF4-FFF2-40B4-BE49-F238E27FC236}">
                <a16:creationId xmlns:a16="http://schemas.microsoft.com/office/drawing/2014/main" id="{BD2AC132-34C6-4F07-8A00-AB69F2C7BFA0}"/>
              </a:ext>
            </a:extLst>
          </p:cNvPr>
          <p:cNvSpPr>
            <a:spLocks xmlns:a="http://schemas.openxmlformats.org/drawingml/2006/main" noGrp="1"/>
          </p:cNvSpPr>
          <p:nvPr/>
        </p:nvSpPr>
        <p:spPr>
          <a:xfrm xmlns:a="http://schemas.openxmlformats.org/drawingml/2006/main">
            <a:off x="723900" y="27336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865C46"/>
                </a:solidFill>
                <a:latin typeface="Noto Sans KR"/>
                <a:ea typeface="Noto Sans KR"/>
                <a:cs typeface="Noto Sans KR"/>
              </a:defRPr>
            </a:pPr>
            <a:r>
              <a:rPr sz="1650" b="1">
                <a:solidFill>
                  <a:srgbClr val="865C46"/>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1B002F43-15F1-4A8C-87F2-C111DDC4A7CA}"/>
              </a:ext>
            </a:extLst>
          </p:cNvPr>
          <p:cNvSpPr>
            <a:spLocks xmlns:a="http://schemas.openxmlformats.org/drawingml/2006/main" noGrp="1"/>
          </p:cNvSpPr>
          <p:nvPr/>
        </p:nvSpPr>
        <p:spPr>
          <a:xfrm xmlns:a="http://schemas.openxmlformats.org/drawingml/2006/main">
            <a:off x="1524000" y="267652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새 기능보다 저장 실패와 충돌, 복구 같은 신뢰 문제를 먼저 다뤘다</a:t>
            </a:r>
          </a:p>
        </p:txBody>
      </p:sp>
      <p:sp>
        <p:nvSpPr>
          <p:cNvPr id="10" name="">
            <a:extLst xmlns:a="http://schemas.openxmlformats.org/drawingml/2006/main">
              <a:ext uri="{FF2B5EF4-FFF2-40B4-BE49-F238E27FC236}">
                <a16:creationId xmlns:a16="http://schemas.microsoft.com/office/drawing/2014/main" id="{A67AD5B1-C5E2-42D3-98C3-5CDEBEE0A7C0}"/>
              </a:ext>
            </a:extLst>
          </p:cNvPr>
          <p:cNvSpPr>
            <a:spLocks xmlns:a="http://schemas.openxmlformats.org/drawingml/2006/main" noGrp="1"/>
          </p:cNvSpPr>
          <p:nvPr/>
        </p:nvSpPr>
        <p:spPr>
          <a:xfrm xmlns:a="http://schemas.openxmlformats.org/drawingml/2006/main">
            <a:off x="723900" y="3600450"/>
            <a:ext cx="10668000" cy="0"/>
          </a:xfrm>
          <a:prstGeom xmlns:a="http://schemas.openxmlformats.org/drawingml/2006/main" prst="line">
            <a:avLst/>
          </a:prstGeom>
          <a:noFill xmlns:a="http://schemas.openxmlformats.org/drawingml/2006/main"/>
          <a:ln xmlns:a="http://schemas.openxmlformats.org/drawingml/2006/main" w="9525">
            <a:solidFill>
              <a:srgbClr val="D2C2B4"/>
            </a:solidFill>
          </a:ln>
        </p:spPr>
      </p:sp>
      <p:sp>
        <p:nvSpPr>
          <p:cNvPr id="11" name="">
            <a:extLst xmlns:a="http://schemas.openxmlformats.org/drawingml/2006/main">
              <a:ext uri="{FF2B5EF4-FFF2-40B4-BE49-F238E27FC236}">
                <a16:creationId xmlns:a16="http://schemas.microsoft.com/office/drawing/2014/main" id="{99F27D09-345A-4897-8AD3-59333622ED64}"/>
              </a:ext>
            </a:extLst>
          </p:cNvPr>
          <p:cNvSpPr>
            <a:spLocks xmlns:a="http://schemas.openxmlformats.org/drawingml/2006/main" noGrp="1"/>
          </p:cNvSpPr>
          <p:nvPr/>
        </p:nvSpPr>
        <p:spPr>
          <a:xfrm xmlns:a="http://schemas.openxmlformats.org/drawingml/2006/main">
            <a:off x="723900" y="40100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1">
                <a:solidFill>
                  <a:srgbClr val="865C46"/>
                </a:solidFill>
                <a:latin typeface="Noto Sans KR"/>
                <a:ea typeface="Noto Sans KR"/>
                <a:cs typeface="Noto Sans KR"/>
              </a:defRPr>
            </a:pPr>
            <a:r>
              <a:rPr sz="1650" b="1">
                <a:solidFill>
                  <a:srgbClr val="865C46"/>
                </a:solidFill>
                <a:latin typeface="Noto Sans KR"/>
                <a:ea typeface="Noto Sans KR"/>
                <a:cs typeface="Noto Sans KR"/>
              </a:rPr>
              <a:t>03</a:t>
            </a:r>
          </a:p>
        </p:txBody>
      </p:sp>
      <p:sp>
        <p:nvSpPr>
          <p:cNvPr id="12" name="">
            <a:extLst xmlns:a="http://schemas.openxmlformats.org/drawingml/2006/main">
              <a:ext uri="{FF2B5EF4-FFF2-40B4-BE49-F238E27FC236}">
                <a16:creationId xmlns:a16="http://schemas.microsoft.com/office/drawing/2014/main" id="{F459A9B3-3CD3-440B-BCEC-BA8E80FFAA93}"/>
              </a:ext>
            </a:extLst>
          </p:cNvPr>
          <p:cNvSpPr>
            <a:spLocks xmlns:a="http://schemas.openxmlformats.org/drawingml/2006/main" noGrp="1"/>
          </p:cNvSpPr>
          <p:nvPr/>
        </p:nvSpPr>
        <p:spPr>
          <a:xfrm xmlns:a="http://schemas.openxmlformats.org/drawingml/2006/main">
            <a:off x="1524000" y="395287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2C1D18"/>
                </a:solidFill>
                <a:latin typeface="Noto Sans KR"/>
                <a:ea typeface="Noto Sans KR"/>
                <a:cs typeface="Noto Sans KR"/>
              </a:defRPr>
            </a:pPr>
            <a:r>
              <a:rPr sz="2325" b="1">
                <a:solidFill>
                  <a:srgbClr val="2C1D18"/>
                </a:solidFill>
                <a:latin typeface="Noto Sans KR"/>
                <a:ea typeface="Noto Sans KR"/>
                <a:cs typeface="Noto Sans KR"/>
              </a:rPr>
              <a:t>데이터가 있다는 사실과 사용자 문제가 해결됐다는 주장을 구분했다</a:t>
            </a:r>
          </a:p>
        </p:txBody>
      </p:sp>
      <p:sp>
        <p:nvSpPr>
          <p:cNvPr id="13" name="">
            <a:extLst xmlns:a="http://schemas.openxmlformats.org/drawingml/2006/main">
              <a:ext uri="{FF2B5EF4-FFF2-40B4-BE49-F238E27FC236}">
                <a16:creationId xmlns:a16="http://schemas.microsoft.com/office/drawing/2014/main" id="{0772D696-3B01-4F69-8CE5-081F689C03B2}"/>
              </a:ext>
            </a:extLst>
          </p:cNvPr>
          <p:cNvSpPr>
            <a:spLocks xmlns:a="http://schemas.openxmlformats.org/drawingml/2006/main" noGrp="1"/>
          </p:cNvSpPr>
          <p:nvPr/>
        </p:nvSpPr>
        <p:spPr>
          <a:xfrm xmlns:a="http://schemas.openxmlformats.org/drawingml/2006/main">
            <a:off x="723900" y="5191125"/>
            <a:ext cx="10668000" cy="781050"/>
          </a:xfrm>
          <a:prstGeom xmlns:a="http://schemas.openxmlformats.org/drawingml/2006/main" prst="rect">
            <a:avLst/>
          </a:prstGeom>
          <a:solidFill xmlns:a="http://schemas.openxmlformats.org/drawingml/2006/main">
            <a:srgbClr val="2C1D1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6BFD57-E507-4455-98F7-E3C18951C7AB}"/>
              </a:ext>
            </a:extLst>
          </p:cNvPr>
          <p:cNvSpPr>
            <a:spLocks xmlns:a="http://schemas.openxmlformats.org/drawingml/2006/main" noGrp="1"/>
          </p:cNvSpPr>
          <p:nvPr/>
        </p:nvSpPr>
        <p:spPr>
          <a:xfrm xmlns:a="http://schemas.openxmlformats.org/drawingml/2006/main">
            <a:off x="1000125" y="53816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75" b="1">
                <a:solidFill>
                  <a:srgbClr val="F7F2EA"/>
                </a:solidFill>
                <a:latin typeface="Noto Sans KR"/>
                <a:ea typeface="Noto Sans KR"/>
                <a:cs typeface="Noto Sans KR"/>
              </a:defRPr>
            </a:pPr>
            <a:r>
              <a:rPr sz="2175" b="1">
                <a:solidFill>
                  <a:srgbClr val="F7F2EA"/>
                </a:solidFill>
                <a:latin typeface="Noto Sans KR"/>
                <a:ea typeface="Noto Sans KR"/>
                <a:cs typeface="Noto Sans KR"/>
              </a:rPr>
              <a:t>제품 기획에서 기능, 데이터, 사용자 행동을 함께 봐야 했습니다</a:t>
            </a:r>
          </a:p>
        </p:txBody>
      </p:sp>
    </p:spTree>
    <p:extLst>
      <p:ext uri="{BB962C8B-B14F-4D97-AF65-F5344CB8AC3E}">
        <p14:creationId xmlns:p14="http://schemas.microsoft.com/office/powerpoint/2010/main" val="921013620"/>
      </p:ext>
    </p:extLst>
  </p:cSld>
</p:sld>
</file>

<file path=ppt/slides/slide14.xml><?xml version="1.0" encoding="utf-8"?>
<p:sld xmlns:p="http://schemas.openxmlformats.org/presentationml/2006/main">
  <p:cSld>
    <p:bg>
      <p:bgPr>
        <a:solidFill xmlns:a="http://schemas.openxmlformats.org/drawingml/2006/main">
          <a:srgbClr val="2C1D1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AC8631-305C-4B33-9D88-2A2ECC726B72}"/>
              </a:ext>
            </a:extLst>
          </p:cNvPr>
          <p:cNvSpPr>
            <a:spLocks xmlns:a="http://schemas.openxmlformats.org/drawingml/2006/main" noGrp="1"/>
          </p:cNvSpPr>
          <p:nvPr/>
        </p:nvSpPr>
        <p:spPr>
          <a:xfrm xmlns:a="http://schemas.openxmlformats.org/drawingml/2006/main">
            <a:off x="438150" y="409575"/>
            <a:ext cx="57150" cy="571500"/>
          </a:xfrm>
          <a:prstGeom xmlns:a="http://schemas.openxmlformats.org/drawingml/2006/main" prst="rect">
            <a:avLst/>
          </a:prstGeom>
          <a:solidFill xmlns:a="http://schemas.openxmlformats.org/drawingml/2006/main">
            <a:srgbClr val="865C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5D7761-4A59-4220-AAC0-4E68F5D359CB}"/>
              </a:ext>
            </a:extLst>
          </p:cNvPr>
          <p:cNvSpPr>
            <a:spLocks xmlns:a="http://schemas.openxmlformats.org/drawingml/2006/main" noGrp="1"/>
          </p:cNvSpPr>
          <p:nvPr/>
        </p:nvSpPr>
        <p:spPr>
          <a:xfrm xmlns:a="http://schemas.openxmlformats.org/drawingml/2006/main">
            <a:off x="647700" y="342900"/>
            <a:ext cx="1015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F7F2EA"/>
                </a:solidFill>
                <a:latin typeface="Noto Sans KR"/>
                <a:ea typeface="Noto Sans KR"/>
                <a:cs typeface="Noto Sans KR"/>
              </a:defRPr>
            </a:pPr>
            <a:r>
              <a:rPr sz="3000" b="1">
                <a:solidFill>
                  <a:srgbClr val="F7F2EA"/>
                </a:solidFill>
                <a:latin typeface="Noto Sans KR"/>
                <a:ea typeface="Noto Sans KR"/>
                <a:cs typeface="Noto Sans KR"/>
              </a:rPr>
              <a:t>배포와 다음 검증</a:t>
            </a:r>
          </a:p>
        </p:txBody>
      </p:sp>
      <p:sp>
        <p:nvSpPr>
          <p:cNvPr id="3" name="">
            <a:extLst xmlns:a="http://schemas.openxmlformats.org/drawingml/2006/main">
              <a:ext uri="{FF2B5EF4-FFF2-40B4-BE49-F238E27FC236}">
                <a16:creationId xmlns:a16="http://schemas.microsoft.com/office/drawing/2014/main" id="{DC8DD914-9D06-4E7E-B428-F1304F0A2B0D}"/>
              </a:ext>
            </a:extLst>
          </p:cNvPr>
          <p:cNvSpPr>
            <a:spLocks xmlns:a="http://schemas.openxmlformats.org/drawingml/2006/main" noGrp="1"/>
          </p:cNvSpPr>
          <p:nvPr/>
        </p:nvSpPr>
        <p:spPr>
          <a:xfrm xmlns:a="http://schemas.openxmlformats.org/drawingml/2006/main">
            <a:off x="647700" y="1123950"/>
            <a:ext cx="10934700" cy="0"/>
          </a:xfrm>
          <a:prstGeom xmlns:a="http://schemas.openxmlformats.org/drawingml/2006/main" prst="line">
            <a:avLst/>
          </a:prstGeom>
          <a:noFill xmlns:a="http://schemas.openxmlformats.org/drawingml/2006/main"/>
          <a:ln xmlns:a="http://schemas.openxmlformats.org/drawingml/2006/main" w="19050">
            <a:solidFill>
              <a:srgbClr val="865C46"/>
            </a:solidFill>
          </a:ln>
        </p:spPr>
      </p:sp>
      <p:sp>
        <p:nvSpPr>
          <p:cNvPr id="4" name="">
            <a:extLst xmlns:a="http://schemas.openxmlformats.org/drawingml/2006/main">
              <a:ext uri="{FF2B5EF4-FFF2-40B4-BE49-F238E27FC236}">
                <a16:creationId xmlns:a16="http://schemas.microsoft.com/office/drawing/2014/main" id="{4F03EE54-4986-40CB-AE41-B892824C6573}"/>
              </a:ext>
            </a:extLst>
          </p:cNvPr>
          <p:cNvSpPr>
            <a:spLocks xmlns:a="http://schemas.openxmlformats.org/drawingml/2006/main" noGrp="1"/>
          </p:cNvSpPr>
          <p:nvPr/>
        </p:nvSpPr>
        <p:spPr>
          <a:xfrm xmlns:a="http://schemas.openxmlformats.org/drawingml/2006/main">
            <a:off x="111252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E8D9CB"/>
                </a:solidFill>
                <a:latin typeface="Noto Sans KR"/>
                <a:ea typeface="Noto Sans KR"/>
                <a:cs typeface="Noto Sans KR"/>
              </a:defRPr>
            </a:pPr>
            <a:r>
              <a:rPr sz="1200" b="0">
                <a:solidFill>
                  <a:srgbClr val="E8D9CB"/>
                </a:solidFill>
                <a:latin typeface="Noto Sans KR"/>
                <a:ea typeface="Noto Sans KR"/>
                <a:cs typeface="Noto Sans KR"/>
              </a:rPr>
              <a:t>14</a:t>
            </a:r>
          </a:p>
        </p:txBody>
      </p:sp>
      <p:sp>
        <p:nvSpPr>
          <p:cNvPr id="5" name="">
            <a:extLst xmlns:a="http://schemas.openxmlformats.org/drawingml/2006/main">
              <a:ext uri="{FF2B5EF4-FFF2-40B4-BE49-F238E27FC236}">
                <a16:creationId xmlns:a16="http://schemas.microsoft.com/office/drawing/2014/main" id="{E47DC82E-FAAB-4C24-9F4A-84E9D8191F01}"/>
              </a:ext>
            </a:extLst>
          </p:cNvPr>
          <p:cNvSpPr>
            <a:spLocks xmlns:a="http://schemas.openxmlformats.org/drawingml/2006/main" noGrp="1"/>
          </p:cNvSpPr>
          <p:nvPr/>
        </p:nvSpPr>
        <p:spPr>
          <a:xfrm xmlns:a="http://schemas.openxmlformats.org/drawingml/2006/main">
            <a:off x="685800" y="16954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E8D9CB"/>
                </a:solidFill>
                <a:latin typeface="Noto Sans KR"/>
                <a:ea typeface="Noto Sans KR"/>
                <a:cs typeface="Noto Sans KR"/>
              </a:defRPr>
            </a:pPr>
            <a:r>
              <a:rPr sz="1725" b="1">
                <a:solidFill>
                  <a:srgbClr val="E8D9CB"/>
                </a:solidFill>
                <a:latin typeface="Noto Sans KR"/>
                <a:ea typeface="Noto Sans KR"/>
                <a:cs typeface="Noto Sans KR"/>
              </a:rPr>
              <a:t>서비스</a:t>
            </a:r>
          </a:p>
        </p:txBody>
      </p:sp>
      <p:sp>
        <p:nvSpPr>
          <p:cNvPr id="6" name="">
            <a:extLst xmlns:a="http://schemas.openxmlformats.org/drawingml/2006/main">
              <a:ext uri="{FF2B5EF4-FFF2-40B4-BE49-F238E27FC236}">
                <a16:creationId xmlns:a16="http://schemas.microsoft.com/office/drawing/2014/main" id="{7E5076EA-FC37-4575-8917-D3AAE9CAFF8F}"/>
              </a:ext>
            </a:extLst>
          </p:cNvPr>
          <p:cNvSpPr>
            <a:spLocks xmlns:a="http://schemas.openxmlformats.org/drawingml/2006/main" noGrp="1"/>
          </p:cNvSpPr>
          <p:nvPr/>
        </p:nvSpPr>
        <p:spPr>
          <a:xfrm xmlns:a="http://schemas.openxmlformats.org/drawingml/2006/main">
            <a:off x="2762250" y="1619250"/>
            <a:ext cx="809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F7F2EA"/>
                </a:solidFill>
                <a:latin typeface="Noto Sans KR"/>
                <a:ea typeface="Noto Sans KR"/>
                <a:cs typeface="Noto Sans KR"/>
              </a:defRPr>
            </a:pPr>
            <a:r>
              <a:rPr sz="2550" b="1">
                <a:solidFill>
                  <a:srgbClr val="F7F2EA"/>
                </a:solidFill>
                <a:latin typeface="Noto Sans KR"/>
                <a:ea typeface="Noto Sans KR"/>
                <a:cs typeface="Noto Sans KR"/>
              </a:rPr>
              <a:t>memoive.vercel.app</a:t>
            </a:r>
          </a:p>
        </p:txBody>
      </p:sp>
      <p:sp>
        <p:nvSpPr>
          <p:cNvPr id="7" name="">
            <a:extLst xmlns:a="http://schemas.openxmlformats.org/drawingml/2006/main">
              <a:ext uri="{FF2B5EF4-FFF2-40B4-BE49-F238E27FC236}">
                <a16:creationId xmlns:a16="http://schemas.microsoft.com/office/drawing/2014/main" id="{5958118B-7ECC-44F4-B343-983429AD934E}"/>
              </a:ext>
            </a:extLst>
          </p:cNvPr>
          <p:cNvSpPr>
            <a:spLocks xmlns:a="http://schemas.openxmlformats.org/drawingml/2006/main" noGrp="1"/>
          </p:cNvSpPr>
          <p:nvPr/>
        </p:nvSpPr>
        <p:spPr>
          <a:xfrm xmlns:a="http://schemas.openxmlformats.org/drawingml/2006/main">
            <a:off x="685800" y="27813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E8D9CB"/>
                </a:solidFill>
                <a:latin typeface="Noto Sans KR"/>
                <a:ea typeface="Noto Sans KR"/>
                <a:cs typeface="Noto Sans KR"/>
              </a:defRPr>
            </a:pPr>
            <a:r>
              <a:rPr sz="1725" b="1">
                <a:solidFill>
                  <a:srgbClr val="E8D9CB"/>
                </a:solidFill>
                <a:latin typeface="Noto Sans KR"/>
                <a:ea typeface="Noto Sans KR"/>
                <a:cs typeface="Noto Sans KR"/>
              </a:rPr>
              <a:t>공개 저장소</a:t>
            </a:r>
          </a:p>
        </p:txBody>
      </p:sp>
      <p:sp>
        <p:nvSpPr>
          <p:cNvPr id="8" name="">
            <a:extLst xmlns:a="http://schemas.openxmlformats.org/drawingml/2006/main">
              <a:ext uri="{FF2B5EF4-FFF2-40B4-BE49-F238E27FC236}">
                <a16:creationId xmlns:a16="http://schemas.microsoft.com/office/drawing/2014/main" id="{AC33DE70-4F52-4D9F-8748-9BB26F41543A}"/>
              </a:ext>
            </a:extLst>
          </p:cNvPr>
          <p:cNvSpPr>
            <a:spLocks xmlns:a="http://schemas.openxmlformats.org/drawingml/2006/main" noGrp="1"/>
          </p:cNvSpPr>
          <p:nvPr/>
        </p:nvSpPr>
        <p:spPr>
          <a:xfrm xmlns:a="http://schemas.openxmlformats.org/drawingml/2006/main">
            <a:off x="2762250" y="2705100"/>
            <a:ext cx="809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F7F2EA"/>
                </a:solidFill>
                <a:latin typeface="Noto Sans KR"/>
                <a:ea typeface="Noto Sans KR"/>
                <a:cs typeface="Noto Sans KR"/>
              </a:defRPr>
            </a:pPr>
            <a:r>
              <a:rPr sz="2325" b="1">
                <a:solidFill>
                  <a:srgbClr val="F7F2EA"/>
                </a:solidFill>
                <a:latin typeface="Noto Sans KR"/>
                <a:ea typeface="Noto Sans KR"/>
                <a:cs typeface="Noto Sans KR"/>
              </a:rPr>
              <a:t>github.com/jhheo51-arch/memoive</a:t>
            </a:r>
          </a:p>
        </p:txBody>
      </p:sp>
      <p:sp>
        <p:nvSpPr>
          <p:cNvPr id="9" name="">
            <a:extLst xmlns:a="http://schemas.openxmlformats.org/drawingml/2006/main">
              <a:ext uri="{FF2B5EF4-FFF2-40B4-BE49-F238E27FC236}">
                <a16:creationId xmlns:a16="http://schemas.microsoft.com/office/drawing/2014/main" id="{83E04C3D-934D-4D42-91D1-E8EB7EBB4204}"/>
              </a:ext>
            </a:extLst>
          </p:cNvPr>
          <p:cNvSpPr>
            <a:spLocks xmlns:a="http://schemas.openxmlformats.org/drawingml/2006/main" noGrp="1"/>
          </p:cNvSpPr>
          <p:nvPr/>
        </p:nvSpPr>
        <p:spPr>
          <a:xfrm xmlns:a="http://schemas.openxmlformats.org/drawingml/2006/main">
            <a:off x="685800" y="3724275"/>
            <a:ext cx="10668000" cy="0"/>
          </a:xfrm>
          <a:prstGeom xmlns:a="http://schemas.openxmlformats.org/drawingml/2006/main" prst="line">
            <a:avLst/>
          </a:prstGeom>
          <a:noFill xmlns:a="http://schemas.openxmlformats.org/drawingml/2006/main"/>
          <a:ln xmlns:a="http://schemas.openxmlformats.org/drawingml/2006/main" w="19050">
            <a:solidFill>
              <a:srgbClr val="865C46"/>
            </a:solidFill>
          </a:ln>
        </p:spPr>
      </p:sp>
      <p:sp>
        <p:nvSpPr>
          <p:cNvPr id="10" name="">
            <a:extLst xmlns:a="http://schemas.openxmlformats.org/drawingml/2006/main">
              <a:ext uri="{FF2B5EF4-FFF2-40B4-BE49-F238E27FC236}">
                <a16:creationId xmlns:a16="http://schemas.microsoft.com/office/drawing/2014/main" id="{E36353AE-FADC-49CF-9126-4198857127DC}"/>
              </a:ext>
            </a:extLst>
          </p:cNvPr>
          <p:cNvSpPr>
            <a:spLocks xmlns:a="http://schemas.openxmlformats.org/drawingml/2006/main" noGrp="1"/>
          </p:cNvSpPr>
          <p:nvPr/>
        </p:nvSpPr>
        <p:spPr>
          <a:xfrm xmlns:a="http://schemas.openxmlformats.org/drawingml/2006/main">
            <a:off x="685800" y="40957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E8D9CB"/>
                </a:solidFill>
                <a:latin typeface="Noto Sans KR"/>
                <a:ea typeface="Noto Sans KR"/>
                <a:cs typeface="Noto Sans KR"/>
              </a:defRPr>
            </a:pPr>
            <a:r>
              <a:rPr sz="1725" b="1">
                <a:solidFill>
                  <a:srgbClr val="E8D9CB"/>
                </a:solidFill>
                <a:latin typeface="Noto Sans KR"/>
                <a:ea typeface="Noto Sans KR"/>
                <a:cs typeface="Noto Sans KR"/>
              </a:rPr>
              <a:t>다음 검증</a:t>
            </a:r>
          </a:p>
        </p:txBody>
      </p:sp>
      <p:sp>
        <p:nvSpPr>
          <p:cNvPr id="11" name="">
            <a:extLst xmlns:a="http://schemas.openxmlformats.org/drawingml/2006/main">
              <a:ext uri="{FF2B5EF4-FFF2-40B4-BE49-F238E27FC236}">
                <a16:creationId xmlns:a16="http://schemas.microsoft.com/office/drawing/2014/main" id="{CC7297F7-3A95-4FF8-8FAA-785F716808F3}"/>
              </a:ext>
            </a:extLst>
          </p:cNvPr>
          <p:cNvSpPr>
            <a:spLocks xmlns:a="http://schemas.openxmlformats.org/drawingml/2006/main" noGrp="1"/>
          </p:cNvSpPr>
          <p:nvPr/>
        </p:nvSpPr>
        <p:spPr>
          <a:xfrm xmlns:a="http://schemas.openxmlformats.org/drawingml/2006/main">
            <a:off x="2762250" y="4019550"/>
            <a:ext cx="828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F7F2EA"/>
                </a:solidFill>
                <a:latin typeface="Noto Sans KR"/>
                <a:ea typeface="Noto Sans KR"/>
                <a:cs typeface="Noto Sans KR"/>
              </a:defRPr>
            </a:pPr>
            <a:r>
              <a:rPr sz="2325" b="1">
                <a:solidFill>
                  <a:srgbClr val="F7F2EA"/>
                </a:solidFill>
                <a:latin typeface="Noto Sans KR"/>
                <a:ea typeface="Noto Sans KR"/>
                <a:cs typeface="Noto Sans KR"/>
              </a:rPr>
              <a:t>3명에게 막힌 지점을 찾고, 5명 시험에서</a:t>
            </a:r>
          </a:p>
          <a:p xmlns:a="http://schemas.openxmlformats.org/drawingml/2006/main">
            <a:pPr algn="l">
              <a:defRPr sz="2325" b="1">
                <a:solidFill>
                  <a:srgbClr val="F7F2EA"/>
                </a:solidFill>
                <a:latin typeface="Noto Sans KR"/>
                <a:ea typeface="Noto Sans KR"/>
                <a:cs typeface="Noto Sans KR"/>
              </a:defRPr>
            </a:pPr>
            <a:r>
              <a:rPr sz="2325" b="1">
                <a:solidFill>
                  <a:srgbClr val="F7F2EA"/>
                </a:solidFill>
                <a:latin typeface="Noto Sans KR"/>
                <a:ea typeface="Noto Sans KR"/>
                <a:cs typeface="Noto Sans KR"/>
              </a:rPr>
              <a:t>정리 시간과 생각의 확장이 재현되는지 확인</a:t>
            </a:r>
          </a:p>
        </p:txBody>
      </p:sp>
      <p:sp>
        <p:nvSpPr>
          <p:cNvPr id="12" name="">
            <a:extLst xmlns:a="http://schemas.openxmlformats.org/drawingml/2006/main">
              <a:ext uri="{FF2B5EF4-FFF2-40B4-BE49-F238E27FC236}">
                <a16:creationId xmlns:a16="http://schemas.microsoft.com/office/drawing/2014/main" id="{D76164BE-B507-4179-A9D7-5FC0315E9AB2}"/>
              </a:ext>
            </a:extLst>
          </p:cNvPr>
          <p:cNvSpPr>
            <a:spLocks xmlns:a="http://schemas.openxmlformats.org/drawingml/2006/main" noGrp="1"/>
          </p:cNvSpPr>
          <p:nvPr/>
        </p:nvSpPr>
        <p:spPr>
          <a:xfrm xmlns:a="http://schemas.openxmlformats.org/drawingml/2006/main">
            <a:off x="685800" y="5810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E8D9CB"/>
                </a:solidFill>
                <a:latin typeface="Noto Sans KR"/>
                <a:ea typeface="Noto Sans KR"/>
                <a:cs typeface="Noto Sans KR"/>
              </a:defRPr>
            </a:pPr>
            <a:r>
              <a:rPr sz="1575" b="0">
                <a:solidFill>
                  <a:srgbClr val="E8D9CB"/>
                </a:solidFill>
                <a:latin typeface="Noto Sans KR"/>
                <a:ea typeface="Noto Sans KR"/>
                <a:cs typeface="Noto Sans KR"/>
              </a:rPr>
              <a:t>저장한 맥락을 다시 쓰는 경험이 다른 사용자에게도 도움이 되는지 확인하겠습니다</a:t>
            </a:r>
          </a:p>
        </p:txBody>
      </p:sp>
    </p:spTree>
    <p:extLst>
      <p:ext uri="{BB962C8B-B14F-4D97-AF65-F5344CB8AC3E}">
        <p14:creationId xmlns:p14="http://schemas.microsoft.com/office/powerpoint/2010/main" val="6869489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2026-10-08T01:05:12.1630000Z</dcterms:created>
  <dcterms:modified xsi:type="dcterms:W3CDTF">2026-10-08T01:05:12.1630000Z</dcterms:modified>
</coreProperties>
</file>