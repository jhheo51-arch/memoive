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b5084d78944471f" /><Relationship Type="http://schemas.openxmlformats.org/officeDocument/2006/relationships/extended-properties" Target="/docProps/app.xml" Id="R10559173f3374069" /><Relationship Type="http://schemas.openxmlformats.org/officeDocument/2006/relationships/officeDocument" Target="/ppt/presentation.xml" Id="R198baed0d0db4377" /></Relationships>
</file>

<file path=ppt/presentation.xml><?xml version="1.0" encoding="utf-8"?>
<p:presentation xmlns:p="http://schemas.openxmlformats.org/presentationml/2006/main">
  <p:sldMasterIdLst>
    <p:sldMasterId xmlns:r="http://schemas.openxmlformats.org/officeDocument/2006/relationships" id="2147483648" r:id="Rc512aff136974a11"/>
  </p:sldMasterIdLst>
  <p:notesMasterIdLst>
    <p:notesMasterId xmlns:r="http://schemas.openxmlformats.org/officeDocument/2006/relationships" r:id="R34527bd4350b4664"/>
  </p:notesMasterIdLst>
  <p:sldIdLst>
    <p:sldId xmlns:r="http://schemas.openxmlformats.org/officeDocument/2006/relationships" id="256" r:id="Reaa1940360d84eeb"/>
    <p:sldId xmlns:r="http://schemas.openxmlformats.org/officeDocument/2006/relationships" id="257" r:id="R778e096137aa48d1"/>
    <p:sldId xmlns:r="http://schemas.openxmlformats.org/officeDocument/2006/relationships" id="258" r:id="R91a6f5081a544109"/>
    <p:sldId xmlns:r="http://schemas.openxmlformats.org/officeDocument/2006/relationships" id="259" r:id="Ra351c2c75fe34617"/>
    <p:sldId xmlns:r="http://schemas.openxmlformats.org/officeDocument/2006/relationships" id="260" r:id="R843975b3dcff4b97"/>
    <p:sldId xmlns:r="http://schemas.openxmlformats.org/officeDocument/2006/relationships" id="261" r:id="Rf20d3618ef07414b"/>
    <p:sldId xmlns:r="http://schemas.openxmlformats.org/officeDocument/2006/relationships" id="262" r:id="R811fe68431c145af"/>
    <p:sldId xmlns:r="http://schemas.openxmlformats.org/officeDocument/2006/relationships" id="263" r:id="Rbcd33def9cf44f9a"/>
    <p:sldId xmlns:r="http://schemas.openxmlformats.org/officeDocument/2006/relationships" id="264" r:id="Ra09e9bb804a043e7"/>
    <p:sldId xmlns:r="http://schemas.openxmlformats.org/officeDocument/2006/relationships" id="265" r:id="Rf7cbbfea217447a1"/>
    <p:sldId xmlns:r="http://schemas.openxmlformats.org/officeDocument/2006/relationships" id="266" r:id="Rc65be77bc080470f"/>
    <p:sldId xmlns:r="http://schemas.openxmlformats.org/officeDocument/2006/relationships" id="267" r:id="Reddfcfaea7084a3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225675b67834f37" /><Relationship Type="http://schemas.openxmlformats.org/officeDocument/2006/relationships/slideMaster" Target="/ppt/slideMasters/slideMaster1.xml" Id="Rc512aff136974a11" /><Relationship Type="http://schemas.openxmlformats.org/officeDocument/2006/relationships/notesMaster" Target="/ppt/notesMasters/notesMaster1.xml" Id="R34527bd4350b4664" /><Relationship Type="http://schemas.openxmlformats.org/officeDocument/2006/relationships/presProps" Target="/ppt/presProps.xml" Id="R6a1d14dccc474d69" /><Relationship Type="http://schemas.openxmlformats.org/officeDocument/2006/relationships/tableStyles" Target="/ppt/tableStyles.xml" Id="R43221cc2828b4ff5" /><Relationship Type="http://schemas.openxmlformats.org/officeDocument/2006/relationships/slide" Target="/ppt/slides/slide1.xml" Id="Reaa1940360d84eeb" /><Relationship Type="http://schemas.openxmlformats.org/officeDocument/2006/relationships/slide" Target="/ppt/slides/slide2.xml" Id="R778e096137aa48d1" /><Relationship Type="http://schemas.openxmlformats.org/officeDocument/2006/relationships/slide" Target="/ppt/slides/slide3.xml" Id="R91a6f5081a544109" /><Relationship Type="http://schemas.openxmlformats.org/officeDocument/2006/relationships/slide" Target="/ppt/slides/slide4.xml" Id="Ra351c2c75fe34617" /><Relationship Type="http://schemas.openxmlformats.org/officeDocument/2006/relationships/slide" Target="/ppt/slides/slide5.xml" Id="R843975b3dcff4b97" /><Relationship Type="http://schemas.openxmlformats.org/officeDocument/2006/relationships/slide" Target="/ppt/slides/slide6.xml" Id="Rf20d3618ef07414b" /><Relationship Type="http://schemas.openxmlformats.org/officeDocument/2006/relationships/slide" Target="/ppt/slides/slide7.xml" Id="R811fe68431c145af" /><Relationship Type="http://schemas.openxmlformats.org/officeDocument/2006/relationships/slide" Target="/ppt/slides/slide8.xml" Id="Rbcd33def9cf44f9a" /><Relationship Type="http://schemas.openxmlformats.org/officeDocument/2006/relationships/slide" Target="/ppt/slides/slide9.xml" Id="Ra09e9bb804a043e7" /><Relationship Type="http://schemas.openxmlformats.org/officeDocument/2006/relationships/slide" Target="/ppt/slides/slide10.xml" Id="Rf7cbbfea217447a1" /><Relationship Type="http://schemas.openxmlformats.org/officeDocument/2006/relationships/slide" Target="/ppt/slides/slide11.xml" Id="Rc65be77bc080470f" /><Relationship Type="http://schemas.openxmlformats.org/officeDocument/2006/relationships/slide" Target="/ppt/slides/slide12.xml" Id="Reddfcfaea7084a3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ad46f7965a5480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0b7b24a16174b7a" /><Relationship Type="http://schemas.openxmlformats.org/officeDocument/2006/relationships/notesMaster" Target="/ppt/notesMasters/notesMaster1.xml" Id="R46ea6a53120b4dd3" /></Relationships>
</file>

<file path=ppt/notesSlides/_rels/notesSlide2.xml.rels>&#65279;<?xml version="1.0" encoding="utf-8"?><Relationships xmlns="http://schemas.openxmlformats.org/package/2006/relationships"><Relationship Type="http://schemas.openxmlformats.org/officeDocument/2006/relationships/slide" Target="/ppt/slides/slide2.xml" Id="R5fa7d6b2dd6443f4" /><Relationship Type="http://schemas.openxmlformats.org/officeDocument/2006/relationships/notesMaster" Target="/ppt/notesMasters/notesMaster1.xml" Id="Re2613532489d40c4" /></Relationships>
</file>

<file path=ppt/notesSlides/_rels/notesSlide3.xml.rels>&#65279;<?xml version="1.0" encoding="utf-8"?><Relationships xmlns="http://schemas.openxmlformats.org/package/2006/relationships"><Relationship Type="http://schemas.openxmlformats.org/officeDocument/2006/relationships/slide" Target="/ppt/slides/slide3.xml" Id="Ra80befa067b74964" /><Relationship Type="http://schemas.openxmlformats.org/officeDocument/2006/relationships/notesMaster" Target="/ppt/notesMasters/notesMaster1.xml" Id="Rc847279a4f1341c6" /></Relationships>
</file>

<file path=ppt/notesSlides/_rels/notesSlide4.xml.rels>&#65279;<?xml version="1.0" encoding="utf-8"?><Relationships xmlns="http://schemas.openxmlformats.org/package/2006/relationships"><Relationship Type="http://schemas.openxmlformats.org/officeDocument/2006/relationships/slide" Target="/ppt/slides/slide4.xml" Id="R332fb848c9714bdb" /><Relationship Type="http://schemas.openxmlformats.org/officeDocument/2006/relationships/notesMaster" Target="/ppt/notesMasters/notesMaster1.xml" Id="Rfb166596b17a4360" /></Relationships>
</file>

<file path=ppt/notesSlides/_rels/notesSlide5.xml.rels>&#65279;<?xml version="1.0" encoding="utf-8"?><Relationships xmlns="http://schemas.openxmlformats.org/package/2006/relationships"><Relationship Type="http://schemas.openxmlformats.org/officeDocument/2006/relationships/slide" Target="/ppt/slides/slide5.xml" Id="R66c37b151a024123" /><Relationship Type="http://schemas.openxmlformats.org/officeDocument/2006/relationships/notesMaster" Target="/ppt/notesMasters/notesMaster1.xml" Id="R4998ca9b74ad4561" /></Relationships>
</file>

<file path=ppt/notesSlides/_rels/notesSlide6.xml.rels>&#65279;<?xml version="1.0" encoding="utf-8"?><Relationships xmlns="http://schemas.openxmlformats.org/package/2006/relationships"><Relationship Type="http://schemas.openxmlformats.org/officeDocument/2006/relationships/slide" Target="/ppt/slides/slide6.xml" Id="R086ded404ceb4d4d" /><Relationship Type="http://schemas.openxmlformats.org/officeDocument/2006/relationships/notesMaster" Target="/ppt/notesMasters/notesMaster1.xml" Id="R6c96bf127b09447e" /></Relationships>
</file>

<file path=ppt/notesSlides/_rels/notesSlide7.xml.rels>&#65279;<?xml version="1.0" encoding="utf-8"?><Relationships xmlns="http://schemas.openxmlformats.org/package/2006/relationships"><Relationship Type="http://schemas.openxmlformats.org/officeDocument/2006/relationships/slide" Target="/ppt/slides/slide7.xml" Id="Rd97adf4d7f9f492f" /><Relationship Type="http://schemas.openxmlformats.org/officeDocument/2006/relationships/notesMaster" Target="/ppt/notesMasters/notesMaster1.xml" Id="R0e2166e61a6a4518" /></Relationships>
</file>

<file path=ppt/notesSlides/_rels/notesSlide8.xml.rels>&#65279;<?xml version="1.0" encoding="utf-8"?><Relationships xmlns="http://schemas.openxmlformats.org/package/2006/relationships"><Relationship Type="http://schemas.openxmlformats.org/officeDocument/2006/relationships/slide" Target="/ppt/slides/slide8.xml" Id="Rdd52f92893854441" /><Relationship Type="http://schemas.openxmlformats.org/officeDocument/2006/relationships/notesMaster" Target="/ppt/notesMasters/notesMaster1.xml" Id="Re40fe1e1f6074b8b" /></Relationships>
</file>

<file path=ppt/notesSlides/_rels/notesSlide9.xml.rels>&#65279;<?xml version="1.0" encoding="utf-8"?><Relationships xmlns="http://schemas.openxmlformats.org/package/2006/relationships"><Relationship Type="http://schemas.openxmlformats.org/officeDocument/2006/relationships/slide" Target="/ppt/slides/slide9.xml" Id="Rb9a61a87de1c41ee" /><Relationship Type="http://schemas.openxmlformats.org/officeDocument/2006/relationships/notesMaster" Target="/ppt/notesMasters/notesMaster1.xml" Id="Rc75de4010ffa418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6cb249a83f1491f" /><Relationship Type="http://schemas.openxmlformats.org/officeDocument/2006/relationships/notesMaster" Target="/ppt/notesMasters/notesMaster1.xml" Id="R4fdad4b2768843b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4c98db463af4d55" /><Relationship Type="http://schemas.openxmlformats.org/officeDocument/2006/relationships/notesMaster" Target="/ppt/notesMasters/notesMaster1.xml" Id="R77b41c02d5ca445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3bb841df56b4273" /><Relationship Type="http://schemas.openxmlformats.org/officeDocument/2006/relationships/notesMaster" Target="/ppt/notesMasters/notesMaster1.xml" Id="R40dadbb639dd452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안녕하세요. 제가 기획하고 Codex와 함께 구현한 메모이브를 소개하겠습니다. 메모이브는 읽은 자료와 그때의 생각을 함께 보관하고, 나중에 글이나 기획의 재료로 다시 쓰는 서비스입니다.</a:t>
            </a:r>
          </a:p>
          <a:p xmlns:a="http://schemas.openxmlformats.org/drawingml/2006/main">
            <a:r>
              <a:t/>
            </a:r>
          </a:p>
          <a:p xmlns:a="http://schemas.openxmlformats.org/drawingml/2006/main">
            <a:r>
              <a:t>진행 메모: 서비스 이름과 한 문장 설명을 말한 뒤 다음 장으로 넘깁니다.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좋은 기사나 영상을 저장할 때는 이유가 있습니다. 하지만 며칠 뒤 글을 쓰려고 하면 자료를 다시 찾고, 왜 저장했는지 떠올리고, AI에게 맥락을 다시 설명해야 했습니다. 저는 자료가 없는 문제보다 저장한 자료가 결과물로 이어지지 않는 문제에 집중했습니다.</a:t>
            </a:r>
          </a:p>
          <a:p xmlns:a="http://schemas.openxmlformats.org/drawingml/2006/main">
            <a:r>
              <a:t/>
            </a:r>
          </a:p>
          <a:p xmlns:a="http://schemas.openxmlformats.org/drawingml/2006/main">
            <a:r>
              <a:t>진행 메모: 자료 찾기와 맥락 재설명의 반복을 실제 불편으로 설명합니다.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첫 대상은 제품이나 브랜드 사례를 읽고 기획안, 포트폴리오, 글을 만드는 사람입니다. 핵심 과제는 사례 하나를 저장하는 데서 끝내지 않고, 내 관점을 붙여 한 문단의 결과물로 이어가는 것입니다. 이 대상은 아직 외부 사용자로 검증한 고객 집단이 아니라 초기 가설입니다.</a:t>
            </a:r>
          </a:p>
          <a:p xmlns:a="http://schemas.openxmlformats.org/drawingml/2006/main">
            <a:r>
              <a:t/>
            </a:r>
          </a:p>
          <a:p xmlns:a="http://schemas.openxmlformats.org/drawingml/2006/main">
            <a:r>
              <a:t>진행 메모: 대상과 과제를 말하고, 아직 가설이라는 한계를 붙입니다.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핵심은 네 가지입니다. 링크, 텍스트, 이미지, 음성을 기록하고, AI가 자료 정보부터 다시 쓸 방법까지 구조화합니다. 사용자의 생각을 원문과 분리해 남기고, 선택한 기록을 창작 화면으로 이어 줍니다. 마지막으로 여러 기기의 기록과 이미지, 음성 원본을 하나의 Supabase 저장소에 보관합니다.</a:t>
            </a:r>
          </a:p>
          <a:p xmlns:a="http://schemas.openxmlformats.org/drawingml/2006/main">
            <a:r>
              <a:t/>
            </a:r>
          </a:p>
          <a:p xmlns:a="http://schemas.openxmlformats.org/drawingml/2006/main">
            <a:r>
              <a:t>진행 메모: 기능 이름보다 기록에서 결과물까지 이어지는 흐름을 강조합니다.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한화 불꽃축제 영상을 예로 들겠습니다. 영상 주소를 넣으면 공개 자막을 가져와 영상 기록을 만듭니다. 이 사례에서는 공개 자막 2만 1,964자를 분석 자료로 보관했습니다. 영상 화면을 직접 이해한 결과는 아니며, 공개 자막이 없으면 스크립트를 직접 넣는 경로를 사용합니다.</a:t>
            </a:r>
          </a:p>
          <a:p xmlns:a="http://schemas.openxmlformats.org/drawingml/2006/main">
            <a:r>
              <a:t/>
            </a:r>
          </a:p>
          <a:p xmlns:a="http://schemas.openxmlformats.org/drawingml/2006/main">
            <a:r>
              <a:t>진행 메모: 왼쪽 입력 화면과 오른쪽 저장 기록을 차례로 가리킵니다.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 정리는 자료 정보, 핵심 요약, 주요 근거, 해석과 한계, 나에게 남길 질문, 다시 쓸 방법 순서로 나옵니다. 원문에서 확인한 내용과 AI의 해석을 구분하고 근거 위치를 표시합니다. 그 옆에 제가 발견한 의미를 내 생각으로 남깁니다. 자료 작성자의 주장과 외부 사실 검증을 마쳤다는 말은 구분해야 합니다.</a:t>
            </a:r>
          </a:p>
          <a:p xmlns:a="http://schemas.openxmlformats.org/drawingml/2006/main">
            <a:r>
              <a:t/>
            </a:r>
          </a:p>
          <a:p xmlns:a="http://schemas.openxmlformats.org/drawingml/2006/main">
            <a:r>
              <a:t>진행 메모: AI 정리와 사용자 생각이 서로 다른 영역이라는 점을 보여줍니다.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결과물 만들기를 누르면 저장한 생각과 다시 쓸 방법이 창작 화면에 이어집니다. 사용자는 제목과 본문을 바로 고칠 수 있고, 필요할 때만 AI 표현 제안을 받습니다. 메모이브가 더 좋은 답을 약속하는 것이 아니라, 지난 자료와 생각을 다시 설명하는 수고를 줄이는 경험을 만들었습니다.</a:t>
            </a:r>
          </a:p>
          <a:p xmlns:a="http://schemas.openxmlformats.org/drawingml/2006/main">
            <a:r>
              <a:t/>
            </a:r>
          </a:p>
          <a:p xmlns:a="http://schemas.openxmlformats.org/drawingml/2006/main">
            <a:r>
              <a:t>진행 메모: 내 생각이 초안의 출발점으로 유지되는 장면을 설명합니다.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서비스 화면은 Vercel에서 제공하고, Gemini 요청은 Cloudflare Worker가 중간에서 처리합니다. 기록과 결과물은 TOBEA Supabase의 데이터베이스에, 이미지와 음성 원본은 비공개 파일 보관함에 저장합니다. GitHub에는 공개 가능한 코드와 발표자료만 올리고 개인 기록 원문과 연결 코드는 올리지 않습니다.</a:t>
            </a:r>
          </a:p>
          <a:p xmlns:a="http://schemas.openxmlformats.org/drawingml/2006/main">
            <a:r>
              <a:t/>
            </a:r>
          </a:p>
          <a:p xmlns:a="http://schemas.openxmlformats.org/drawingml/2006/main">
            <a:r>
              <a:t>진행 메모: 화면, AI 통로, 개인 기록 저장, 공개 코드의 역할을 나눠 설명합니다.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처음에는 브라우저 안에만 저장해서 같은 서비스라도 PC와 휴대전화의 기록이 달랐습니다. 지금은 Vercel과 다른 허용된 배포 화면이 하나의 기록 API와 Supabase를 사용하도록 바꿨습니다. 새 주소나 새 브라우저에서는 다른 기기 연결 링크를 한 번 열어야 하고, 그 뒤부터 같은 개인 기록을 불러오고 저장합니다.</a:t>
            </a:r>
          </a:p>
          <a:p xmlns:a="http://schemas.openxmlformats.org/drawingml/2006/main">
            <a:r>
              <a:t/>
            </a:r>
          </a:p>
          <a:p xmlns:a="http://schemas.openxmlformats.org/drawingml/2006/main">
            <a:r>
              <a:t>진행 메모: 주소가 같다는 것과 개인 기록이 연결됐다는 것을 구분합니다.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Supabase에는 기록 13개와 결과물 2개가 기준 데이터로 저장돼 있고, 운영 화면에서 이를 불러온 것을 확인했습니다. 이 숫자는 사용자 수나 서비스 효과가 아닙니다. 외부 사용자의 수요, 실제 시간 단축, 장기 반복 사용은 아직 확인하지 못했습니다. 다음에는 초기 대상자 3명에서 5명이 설명 없이 기록을 다시 찾아 자기 관점의 글을 저장하는지 보겠습니다.</a:t>
            </a:r>
          </a:p>
          <a:p xmlns:a="http://schemas.openxmlformats.org/drawingml/2006/main">
            <a:r>
              <a:t/>
            </a:r>
          </a:p>
          <a:p xmlns:a="http://schemas.openxmlformats.org/drawingml/2006/main">
            <a:r>
              <a:t>진행 메모: 확인한 기능과 아직 확인하지 못한 효과를 분리합니다.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가장 크게 배운 점은 AI 답변의 품질만 높여도 반복 사용이 생기지는 않는다는 것입니다. 사용자가 남긴 맥락을 안전하게 보관하고 다시 꺼낼 수 있어야 합니다. 또 기능을 많이 만드는 것보다 저장 실패와 복구 같은 신뢰 문제를 먼저 해결해야 했습니다. 데이터 수와 사용자 효과를 같은 증거처럼 말하지 않는 것도 중요했습니다.</a:t>
            </a:r>
          </a:p>
          <a:p xmlns:a="http://schemas.openxmlformats.org/drawingml/2006/main">
            <a:r>
              <a:t/>
            </a:r>
          </a:p>
          <a:p xmlns:a="http://schemas.openxmlformats.org/drawingml/2006/main">
            <a:r>
              <a:t>진행 메모: 제품 판단과 데이터 해석에서 배운 점을 본인의 말로 설명합니다.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서비스는 memoive.vercel.app에서 확인할 수 있고, 공개 저장소는 github.com/jhheo51-arch/memoive입니다. 제출한 GitHub 주소는 그대로 유지됩니다. 다음 단계는 저장 안정성을 계속 확인한 뒤, 실제 사용자가 기록을 결과물로 이어 쓰는 행동을 관찰하는 것입니다. 감사합니다.</a:t>
            </a:r>
          </a:p>
          <a:p xmlns:a="http://schemas.openxmlformats.org/drawingml/2006/main">
            <a:r>
              <a:t/>
            </a:r>
          </a:p>
          <a:p xmlns:a="http://schemas.openxmlformats.org/drawingml/2006/main">
            <a:r>
              <a:t>진행 메모: 서비스 화면을 직접 보여주고 GitHub 주소를 안내한 뒤 마칩니다.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b1badc8feb14de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25e02764ac64afc" /><Relationship Type="http://schemas.openxmlformats.org/officeDocument/2006/relationships/slideLayout" Target="/ppt/slideLayouts/slideLayout1.xml" Id="Rce13136a95ed415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e13136a95ed415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567de946e844cb7" /><Relationship Type="http://schemas.openxmlformats.org/officeDocument/2006/relationships/notesSlide" Target="/ppt/notesSlides/notesSlide1.xml" Id="R3cab4ec6028e4d6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ba57ecfa56d4196" /><Relationship Type="http://schemas.openxmlformats.org/officeDocument/2006/relationships/notesSlide" Target="/ppt/notesSlides/notesSlide2.xml" Id="R8e665c0afe2146f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36f5b45ba574341" /><Relationship Type="http://schemas.openxmlformats.org/officeDocument/2006/relationships/notesSlide" Target="/ppt/notesSlides/notesSlide3.xml" Id="Rc7bc724b99e9446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5b688d48ef04791" /><Relationship Type="http://schemas.openxmlformats.org/officeDocument/2006/relationships/notesSlide" Target="/ppt/notesSlides/notesSlide4.xml" Id="R74f19404134b407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89a8c1e8d1740da" /><Relationship Type="http://schemas.openxmlformats.org/officeDocument/2006/relationships/notesSlide" Target="/ppt/notesSlides/notesSlide5.xml" Id="Rf9eb35772b9b461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6bef8d884f54d3e" /><Relationship Type="http://schemas.openxmlformats.org/officeDocument/2006/relationships/notesSlide" Target="/ppt/notesSlides/notesSlide6.xml" Id="Rd40a366e356a412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5d7f65f7fe4455f" /><Relationship Type="http://schemas.openxmlformats.org/officeDocument/2006/relationships/notesSlide" Target="/ppt/notesSlides/notesSlide7.xml" Id="R760de061f4e74d0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15a5b5ed41a41e3" /><Relationship Type="http://schemas.openxmlformats.org/officeDocument/2006/relationships/notesSlide" Target="/ppt/notesSlides/notesSlide8.xml" Id="Rc964304bf4da4d7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190b41d72824d11" /><Relationship Type="http://schemas.openxmlformats.org/officeDocument/2006/relationships/notesSlide" Target="/ppt/notesSlides/notesSlide9.xml" Id="R15cde2b032c0457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d52647ff69547e4" /><Relationship Type="http://schemas.openxmlformats.org/officeDocument/2006/relationships/notesSlide" Target="/ppt/notesSlides/notesSlide10.xml" Id="R7e64d6d4ceb041e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6a81a06ff8b4548" /><Relationship Type="http://schemas.openxmlformats.org/officeDocument/2006/relationships/notesSlide" Target="/ppt/notesSlides/notesSlide11.xml" Id="R1c33c3c9c4d04b9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9af767904f24020" /><Relationship Type="http://schemas.openxmlformats.org/officeDocument/2006/relationships/notesSlide" Target="/ppt/notesSlides/notesSlide12.xml" Id="R5513d311d27d49a5" /></Relationships>
</file>

<file path=ppt/slides/slide1.xml><?xml version="1.0" encoding="utf-8"?>
<p:sld xmlns:p="http://schemas.openxmlformats.org/presentationml/2006/main">
  <p:cSld>
    <p:bg>
      <p:bgPr>
        <a:solidFill xmlns:a="http://schemas.openxmlformats.org/drawingml/2006/main">
          <a:srgbClr val="F4EFE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84F5E28-1176-47D9-BD7C-B0DCDAA30D38}"/>
              </a:ext>
            </a:extLst>
          </p:cNvPr>
          <p:cNvSpPr>
            <a:spLocks xmlns:a="http://schemas.openxmlformats.org/drawingml/2006/main" noGrp="1"/>
          </p:cNvSpPr>
          <p:nvPr/>
        </p:nvSpPr>
        <p:spPr>
          <a:xfrm xmlns:a="http://schemas.openxmlformats.org/drawingml/2006/main">
            <a:off x="609600" y="36195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33231D"/>
                </a:solidFill>
                <a:latin typeface="Malgun Gothic"/>
                <a:ea typeface="Malgun Gothic"/>
                <a:cs typeface="Malgun Gothic"/>
              </a:defRPr>
            </a:pPr>
            <a:r>
              <a:rPr sz="3300" b="1">
                <a:solidFill>
                  <a:srgbClr val="33231D"/>
                </a:solidFill>
                <a:latin typeface="Malgun Gothic"/>
                <a:ea typeface="Malgun Gothic"/>
                <a:cs typeface="Malgun Gothic"/>
              </a:rPr>
              <a:t>01  MEMOIVE</a:t>
            </a:r>
          </a:p>
        </p:txBody>
      </p:sp>
      <p:sp>
        <p:nvSpPr>
          <p:cNvPr id="2" name="">
            <a:extLst xmlns:a="http://schemas.openxmlformats.org/drawingml/2006/main">
              <a:ext uri="{FF2B5EF4-FFF2-40B4-BE49-F238E27FC236}">
                <a16:creationId xmlns:a16="http://schemas.microsoft.com/office/drawing/2014/main" id="{51DD6B0F-FA33-40B0-8C50-876C4BF8798C}"/>
              </a:ext>
            </a:extLst>
          </p:cNvPr>
          <p:cNvSpPr>
            <a:spLocks xmlns:a="http://schemas.openxmlformats.org/drawingml/2006/main" noGrp="1"/>
          </p:cNvSpPr>
          <p:nvPr/>
        </p:nvSpPr>
        <p:spPr>
          <a:xfrm xmlns:a="http://schemas.openxmlformats.org/drawingml/2006/main">
            <a:off x="609600" y="12573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71513E"/>
                </a:solidFill>
                <a:latin typeface="Malgun Gothic"/>
                <a:ea typeface="Malgun Gothic"/>
                <a:cs typeface="Malgun Gothic"/>
              </a:defRPr>
            </a:pPr>
            <a:r>
              <a:rPr sz="1800" b="0">
                <a:solidFill>
                  <a:srgbClr val="71513E"/>
                </a:solidFill>
                <a:latin typeface="Malgun Gothic"/>
                <a:ea typeface="Malgun Gothic"/>
                <a:cs typeface="Malgun Gothic"/>
              </a:rPr>
              <a:t>발표자료 1장 / 0:00–0:15 / 15초</a:t>
            </a:r>
          </a:p>
        </p:txBody>
      </p:sp>
      <p:sp>
        <p:nvSpPr>
          <p:cNvPr id="3" name="">
            <a:extLst xmlns:a="http://schemas.openxmlformats.org/drawingml/2006/main">
              <a:ext uri="{FF2B5EF4-FFF2-40B4-BE49-F238E27FC236}">
                <a16:creationId xmlns:a16="http://schemas.microsoft.com/office/drawing/2014/main" id="{B7470687-549A-4B55-94EB-264044F3EDEE}"/>
              </a:ext>
            </a:extLst>
          </p:cNvPr>
          <p:cNvSpPr>
            <a:spLocks xmlns:a="http://schemas.openxmlformats.org/drawingml/2006/main" noGrp="1"/>
          </p:cNvSpPr>
          <p:nvPr/>
        </p:nvSpPr>
        <p:spPr>
          <a:xfrm xmlns:a="http://schemas.openxmlformats.org/drawingml/2006/main">
            <a:off x="609600" y="1905000"/>
            <a:ext cx="109728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33231D"/>
                </a:solidFill>
                <a:latin typeface="Malgun Gothic"/>
                <a:ea typeface="Malgun Gothic"/>
                <a:cs typeface="Malgun Gothic"/>
              </a:defRPr>
            </a:pPr>
            <a:r>
              <a:rPr sz="2250" b="0">
                <a:solidFill>
                  <a:srgbClr val="33231D"/>
                </a:solidFill>
                <a:latin typeface="Malgun Gothic"/>
                <a:ea typeface="Malgun Gothic"/>
                <a:cs typeface="Malgun Gothic"/>
              </a:rPr>
              <a:t>안녕하세요. 제가 기획하고 Codex와 함께 구현한 메모이브를 소개하겠습니다. 메모이브는 읽은 자료와 그때의 생각을 함께 보관하고, 나중에 글이나 기획의 재료로 다시 쓰는 서비스입니다.</a:t>
            </a:r>
          </a:p>
        </p:txBody>
      </p:sp>
      <p:sp>
        <p:nvSpPr>
          <p:cNvPr id="4" name="">
            <a:extLst xmlns:a="http://schemas.openxmlformats.org/drawingml/2006/main">
              <a:ext uri="{FF2B5EF4-FFF2-40B4-BE49-F238E27FC236}">
                <a16:creationId xmlns:a16="http://schemas.microsoft.com/office/drawing/2014/main" id="{752452AD-384C-44E0-9541-3A0E4C4400C0}"/>
              </a:ext>
            </a:extLst>
          </p:cNvPr>
          <p:cNvSpPr>
            <a:spLocks xmlns:a="http://schemas.openxmlformats.org/drawingml/2006/main" noGrp="1"/>
          </p:cNvSpPr>
          <p:nvPr/>
        </p:nvSpPr>
        <p:spPr>
          <a:xfrm xmlns:a="http://schemas.openxmlformats.org/drawingml/2006/main">
            <a:off x="609600" y="570547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675B53"/>
                </a:solidFill>
                <a:latin typeface="Malgun Gothic"/>
                <a:ea typeface="Malgun Gothic"/>
                <a:cs typeface="Malgun Gothic"/>
              </a:defRPr>
            </a:pPr>
            <a:r>
              <a:rPr sz="1725" b="0">
                <a:solidFill>
                  <a:srgbClr val="675B53"/>
                </a:solidFill>
                <a:latin typeface="Malgun Gothic"/>
                <a:ea typeface="Malgun Gothic"/>
                <a:cs typeface="Malgun Gothic"/>
              </a:rPr>
              <a:t>진행 메모: 서비스 이름과 한 문장 설명을 말한 뒤 다음 장으로 넘깁니다.</a:t>
            </a:r>
          </a:p>
        </p:txBody>
      </p:sp>
    </p:spTree>
    <p:extLst>
      <p:ext uri="{BB962C8B-B14F-4D97-AF65-F5344CB8AC3E}">
        <p14:creationId xmlns:p14="http://schemas.microsoft.com/office/powerpoint/2010/main" val="418478873"/>
      </p:ext>
    </p:extLst>
  </p:cSld>
</p:sld>
</file>

<file path=ppt/slides/slide2.xml><?xml version="1.0" encoding="utf-8"?>
<p:sld xmlns:p="http://schemas.openxmlformats.org/presentationml/2006/main">
  <p:cSld>
    <p:bg>
      <p:bgPr>
        <a:solidFill xmlns:a="http://schemas.openxmlformats.org/drawingml/2006/main">
          <a:srgbClr val="F4EFE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E31C312-C5CC-4E7E-B7DE-9549C82C876E}"/>
              </a:ext>
            </a:extLst>
          </p:cNvPr>
          <p:cNvSpPr>
            <a:spLocks xmlns:a="http://schemas.openxmlformats.org/drawingml/2006/main" noGrp="1"/>
          </p:cNvSpPr>
          <p:nvPr/>
        </p:nvSpPr>
        <p:spPr>
          <a:xfrm xmlns:a="http://schemas.openxmlformats.org/drawingml/2006/main">
            <a:off x="609600" y="36195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33231D"/>
                </a:solidFill>
                <a:latin typeface="Malgun Gothic"/>
                <a:ea typeface="Malgun Gothic"/>
                <a:cs typeface="Malgun Gothic"/>
              </a:defRPr>
            </a:pPr>
            <a:r>
              <a:rPr sz="3300" b="1">
                <a:solidFill>
                  <a:srgbClr val="33231D"/>
                </a:solidFill>
                <a:latin typeface="Malgun Gothic"/>
                <a:ea typeface="Malgun Gothic"/>
                <a:cs typeface="Malgun Gothic"/>
              </a:rPr>
              <a:t>02  프로젝트를 시작한 문제</a:t>
            </a:r>
          </a:p>
        </p:txBody>
      </p:sp>
      <p:sp>
        <p:nvSpPr>
          <p:cNvPr id="2" name="">
            <a:extLst xmlns:a="http://schemas.openxmlformats.org/drawingml/2006/main">
              <a:ext uri="{FF2B5EF4-FFF2-40B4-BE49-F238E27FC236}">
                <a16:creationId xmlns:a16="http://schemas.microsoft.com/office/drawing/2014/main" id="{467D3925-37D0-4EDD-B6E4-08475F56169E}"/>
              </a:ext>
            </a:extLst>
          </p:cNvPr>
          <p:cNvSpPr>
            <a:spLocks xmlns:a="http://schemas.openxmlformats.org/drawingml/2006/main" noGrp="1"/>
          </p:cNvSpPr>
          <p:nvPr/>
        </p:nvSpPr>
        <p:spPr>
          <a:xfrm xmlns:a="http://schemas.openxmlformats.org/drawingml/2006/main">
            <a:off x="609600" y="12573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71513E"/>
                </a:solidFill>
                <a:latin typeface="Malgun Gothic"/>
                <a:ea typeface="Malgun Gothic"/>
                <a:cs typeface="Malgun Gothic"/>
              </a:defRPr>
            </a:pPr>
            <a:r>
              <a:rPr sz="1800" b="0">
                <a:solidFill>
                  <a:srgbClr val="71513E"/>
                </a:solidFill>
                <a:latin typeface="Malgun Gothic"/>
                <a:ea typeface="Malgun Gothic"/>
                <a:cs typeface="Malgun Gothic"/>
              </a:rPr>
              <a:t>발표자료 2장 / 0:15–0:50 / 35초</a:t>
            </a:r>
          </a:p>
        </p:txBody>
      </p:sp>
      <p:sp>
        <p:nvSpPr>
          <p:cNvPr id="3" name="">
            <a:extLst xmlns:a="http://schemas.openxmlformats.org/drawingml/2006/main">
              <a:ext uri="{FF2B5EF4-FFF2-40B4-BE49-F238E27FC236}">
                <a16:creationId xmlns:a16="http://schemas.microsoft.com/office/drawing/2014/main" id="{4B9C358D-EB34-4BB5-8704-E711C522B514}"/>
              </a:ext>
            </a:extLst>
          </p:cNvPr>
          <p:cNvSpPr>
            <a:spLocks xmlns:a="http://schemas.openxmlformats.org/drawingml/2006/main" noGrp="1"/>
          </p:cNvSpPr>
          <p:nvPr/>
        </p:nvSpPr>
        <p:spPr>
          <a:xfrm xmlns:a="http://schemas.openxmlformats.org/drawingml/2006/main">
            <a:off x="609600" y="1905000"/>
            <a:ext cx="109728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33231D"/>
                </a:solidFill>
                <a:latin typeface="Malgun Gothic"/>
                <a:ea typeface="Malgun Gothic"/>
                <a:cs typeface="Malgun Gothic"/>
              </a:defRPr>
            </a:pPr>
            <a:r>
              <a:rPr sz="2250" b="0">
                <a:solidFill>
                  <a:srgbClr val="33231D"/>
                </a:solidFill>
                <a:latin typeface="Malgun Gothic"/>
                <a:ea typeface="Malgun Gothic"/>
                <a:cs typeface="Malgun Gothic"/>
              </a:rPr>
              <a:t>좋은 기사나 영상을 저장할 때는 이유가 있습니다. 하지만 며칠 뒤 글을 쓰려고 하면 자료를 다시 찾고, 왜 저장했는지 떠올리고, AI에게 맥락을 다시 설명해야 했습니다. 저는 자료가 없는 문제보다 저장한 자료가 결과물로 이어지지 않는 문제에 집중했습니다.</a:t>
            </a:r>
          </a:p>
        </p:txBody>
      </p:sp>
      <p:sp>
        <p:nvSpPr>
          <p:cNvPr id="4" name="">
            <a:extLst xmlns:a="http://schemas.openxmlformats.org/drawingml/2006/main">
              <a:ext uri="{FF2B5EF4-FFF2-40B4-BE49-F238E27FC236}">
                <a16:creationId xmlns:a16="http://schemas.microsoft.com/office/drawing/2014/main" id="{B3E423C0-3199-43CE-BF85-449F5B579458}"/>
              </a:ext>
            </a:extLst>
          </p:cNvPr>
          <p:cNvSpPr>
            <a:spLocks xmlns:a="http://schemas.openxmlformats.org/drawingml/2006/main" noGrp="1"/>
          </p:cNvSpPr>
          <p:nvPr/>
        </p:nvSpPr>
        <p:spPr>
          <a:xfrm xmlns:a="http://schemas.openxmlformats.org/drawingml/2006/main">
            <a:off x="609600" y="570547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675B53"/>
                </a:solidFill>
                <a:latin typeface="Malgun Gothic"/>
                <a:ea typeface="Malgun Gothic"/>
                <a:cs typeface="Malgun Gothic"/>
              </a:defRPr>
            </a:pPr>
            <a:r>
              <a:rPr sz="1725" b="0">
                <a:solidFill>
                  <a:srgbClr val="675B53"/>
                </a:solidFill>
                <a:latin typeface="Malgun Gothic"/>
                <a:ea typeface="Malgun Gothic"/>
                <a:cs typeface="Malgun Gothic"/>
              </a:rPr>
              <a:t>진행 메모: 자료 찾기와 맥락 재설명의 반복을 실제 불편으로 설명합니다.</a:t>
            </a:r>
          </a:p>
        </p:txBody>
      </p:sp>
    </p:spTree>
    <p:extLst>
      <p:ext uri="{BB962C8B-B14F-4D97-AF65-F5344CB8AC3E}">
        <p14:creationId xmlns:p14="http://schemas.microsoft.com/office/powerpoint/2010/main" val="188450728"/>
      </p:ext>
    </p:extLst>
  </p:cSld>
</p:sld>
</file>

<file path=ppt/slides/slide3.xml><?xml version="1.0" encoding="utf-8"?>
<p:sld xmlns:p="http://schemas.openxmlformats.org/presentationml/2006/main">
  <p:cSld>
    <p:bg>
      <p:bgPr>
        <a:solidFill xmlns:a="http://schemas.openxmlformats.org/drawingml/2006/main">
          <a:srgbClr val="F4EFE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A220020-5FD5-46E7-B4CF-39D7C9CA555E}"/>
              </a:ext>
            </a:extLst>
          </p:cNvPr>
          <p:cNvSpPr>
            <a:spLocks xmlns:a="http://schemas.openxmlformats.org/drawingml/2006/main" noGrp="1"/>
          </p:cNvSpPr>
          <p:nvPr/>
        </p:nvSpPr>
        <p:spPr>
          <a:xfrm xmlns:a="http://schemas.openxmlformats.org/drawingml/2006/main">
            <a:off x="609600" y="36195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33231D"/>
                </a:solidFill>
                <a:latin typeface="Malgun Gothic"/>
                <a:ea typeface="Malgun Gothic"/>
                <a:cs typeface="Malgun Gothic"/>
              </a:defRPr>
            </a:pPr>
            <a:r>
              <a:rPr sz="3300" b="1">
                <a:solidFill>
                  <a:srgbClr val="33231D"/>
                </a:solidFill>
                <a:latin typeface="Malgun Gothic"/>
                <a:ea typeface="Malgun Gothic"/>
                <a:cs typeface="Malgun Gothic"/>
              </a:rPr>
              <a:t>03  초기 사용자와 핵심 과제</a:t>
            </a:r>
          </a:p>
        </p:txBody>
      </p:sp>
      <p:sp>
        <p:nvSpPr>
          <p:cNvPr id="2" name="">
            <a:extLst xmlns:a="http://schemas.openxmlformats.org/drawingml/2006/main">
              <a:ext uri="{FF2B5EF4-FFF2-40B4-BE49-F238E27FC236}">
                <a16:creationId xmlns:a16="http://schemas.microsoft.com/office/drawing/2014/main" id="{F847A9C1-7A98-497B-8046-9C27A051FBA0}"/>
              </a:ext>
            </a:extLst>
          </p:cNvPr>
          <p:cNvSpPr>
            <a:spLocks xmlns:a="http://schemas.openxmlformats.org/drawingml/2006/main" noGrp="1"/>
          </p:cNvSpPr>
          <p:nvPr/>
        </p:nvSpPr>
        <p:spPr>
          <a:xfrm xmlns:a="http://schemas.openxmlformats.org/drawingml/2006/main">
            <a:off x="609600" y="12573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71513E"/>
                </a:solidFill>
                <a:latin typeface="Malgun Gothic"/>
                <a:ea typeface="Malgun Gothic"/>
                <a:cs typeface="Malgun Gothic"/>
              </a:defRPr>
            </a:pPr>
            <a:r>
              <a:rPr sz="1800" b="0">
                <a:solidFill>
                  <a:srgbClr val="71513E"/>
                </a:solidFill>
                <a:latin typeface="Malgun Gothic"/>
                <a:ea typeface="Malgun Gothic"/>
                <a:cs typeface="Malgun Gothic"/>
              </a:rPr>
              <a:t>발표자료 3장 / 0:50–1:15 / 25초</a:t>
            </a:r>
          </a:p>
        </p:txBody>
      </p:sp>
      <p:sp>
        <p:nvSpPr>
          <p:cNvPr id="3" name="">
            <a:extLst xmlns:a="http://schemas.openxmlformats.org/drawingml/2006/main">
              <a:ext uri="{FF2B5EF4-FFF2-40B4-BE49-F238E27FC236}">
                <a16:creationId xmlns:a16="http://schemas.microsoft.com/office/drawing/2014/main" id="{E67D946A-9BB6-414F-A43E-9DB9C05C318C}"/>
              </a:ext>
            </a:extLst>
          </p:cNvPr>
          <p:cNvSpPr>
            <a:spLocks xmlns:a="http://schemas.openxmlformats.org/drawingml/2006/main" noGrp="1"/>
          </p:cNvSpPr>
          <p:nvPr/>
        </p:nvSpPr>
        <p:spPr>
          <a:xfrm xmlns:a="http://schemas.openxmlformats.org/drawingml/2006/main">
            <a:off x="609600" y="1905000"/>
            <a:ext cx="109728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33231D"/>
                </a:solidFill>
                <a:latin typeface="Malgun Gothic"/>
                <a:ea typeface="Malgun Gothic"/>
                <a:cs typeface="Malgun Gothic"/>
              </a:defRPr>
            </a:pPr>
            <a:r>
              <a:rPr sz="2250" b="0">
                <a:solidFill>
                  <a:srgbClr val="33231D"/>
                </a:solidFill>
                <a:latin typeface="Malgun Gothic"/>
                <a:ea typeface="Malgun Gothic"/>
                <a:cs typeface="Malgun Gothic"/>
              </a:rPr>
              <a:t>첫 대상은 제품이나 브랜드 사례를 읽고 기획안, 포트폴리오, 글을 만드는 사람입니다. 핵심 과제는 사례 하나를 저장하는 데서 끝내지 않고, 내 관점을 붙여 한 문단의 결과물로 이어가는 것입니다. 이 대상은 아직 외부 사용자로 검증한 고객 집단이 아니라 초기 가설입니다.</a:t>
            </a:r>
          </a:p>
        </p:txBody>
      </p:sp>
      <p:sp>
        <p:nvSpPr>
          <p:cNvPr id="4" name="">
            <a:extLst xmlns:a="http://schemas.openxmlformats.org/drawingml/2006/main">
              <a:ext uri="{FF2B5EF4-FFF2-40B4-BE49-F238E27FC236}">
                <a16:creationId xmlns:a16="http://schemas.microsoft.com/office/drawing/2014/main" id="{02F7C5B9-0FDF-486A-A483-BA50A4234B2B}"/>
              </a:ext>
            </a:extLst>
          </p:cNvPr>
          <p:cNvSpPr>
            <a:spLocks xmlns:a="http://schemas.openxmlformats.org/drawingml/2006/main" noGrp="1"/>
          </p:cNvSpPr>
          <p:nvPr/>
        </p:nvSpPr>
        <p:spPr>
          <a:xfrm xmlns:a="http://schemas.openxmlformats.org/drawingml/2006/main">
            <a:off x="609600" y="570547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675B53"/>
                </a:solidFill>
                <a:latin typeface="Malgun Gothic"/>
                <a:ea typeface="Malgun Gothic"/>
                <a:cs typeface="Malgun Gothic"/>
              </a:defRPr>
            </a:pPr>
            <a:r>
              <a:rPr sz="1725" b="0">
                <a:solidFill>
                  <a:srgbClr val="675B53"/>
                </a:solidFill>
                <a:latin typeface="Malgun Gothic"/>
                <a:ea typeface="Malgun Gothic"/>
                <a:cs typeface="Malgun Gothic"/>
              </a:rPr>
              <a:t>진행 메모: 대상과 과제를 말하고, 아직 가설이라는 한계를 붙입니다.</a:t>
            </a:r>
          </a:p>
        </p:txBody>
      </p:sp>
    </p:spTree>
    <p:extLst>
      <p:ext uri="{BB962C8B-B14F-4D97-AF65-F5344CB8AC3E}">
        <p14:creationId xmlns:p14="http://schemas.microsoft.com/office/powerpoint/2010/main" val="1058079065"/>
      </p:ext>
    </p:extLst>
  </p:cSld>
</p:sld>
</file>

<file path=ppt/slides/slide4.xml><?xml version="1.0" encoding="utf-8"?>
<p:sld xmlns:p="http://schemas.openxmlformats.org/presentationml/2006/main">
  <p:cSld>
    <p:bg>
      <p:bgPr>
        <a:solidFill xmlns:a="http://schemas.openxmlformats.org/drawingml/2006/main">
          <a:srgbClr val="F4EFE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3332032-7274-4605-841F-98BE39D4AE3D}"/>
              </a:ext>
            </a:extLst>
          </p:cNvPr>
          <p:cNvSpPr>
            <a:spLocks xmlns:a="http://schemas.openxmlformats.org/drawingml/2006/main" noGrp="1"/>
          </p:cNvSpPr>
          <p:nvPr/>
        </p:nvSpPr>
        <p:spPr>
          <a:xfrm xmlns:a="http://schemas.openxmlformats.org/drawingml/2006/main">
            <a:off x="609600" y="36195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33231D"/>
                </a:solidFill>
                <a:latin typeface="Malgun Gothic"/>
                <a:ea typeface="Malgun Gothic"/>
                <a:cs typeface="Malgun Gothic"/>
              </a:defRPr>
            </a:pPr>
            <a:r>
              <a:rPr sz="3300" b="1">
                <a:solidFill>
                  <a:srgbClr val="33231D"/>
                </a:solidFill>
                <a:latin typeface="Malgun Gothic"/>
                <a:ea typeface="Malgun Gothic"/>
                <a:cs typeface="Malgun Gothic"/>
              </a:rPr>
              <a:t>04  구현한 핵심</a:t>
            </a:r>
          </a:p>
        </p:txBody>
      </p:sp>
      <p:sp>
        <p:nvSpPr>
          <p:cNvPr id="2" name="">
            <a:extLst xmlns:a="http://schemas.openxmlformats.org/drawingml/2006/main">
              <a:ext uri="{FF2B5EF4-FFF2-40B4-BE49-F238E27FC236}">
                <a16:creationId xmlns:a16="http://schemas.microsoft.com/office/drawing/2014/main" id="{EA1F12B4-38D0-42D3-9266-87283CD3528A}"/>
              </a:ext>
            </a:extLst>
          </p:cNvPr>
          <p:cNvSpPr>
            <a:spLocks xmlns:a="http://schemas.openxmlformats.org/drawingml/2006/main" noGrp="1"/>
          </p:cNvSpPr>
          <p:nvPr/>
        </p:nvSpPr>
        <p:spPr>
          <a:xfrm xmlns:a="http://schemas.openxmlformats.org/drawingml/2006/main">
            <a:off x="609600" y="12573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71513E"/>
                </a:solidFill>
                <a:latin typeface="Malgun Gothic"/>
                <a:ea typeface="Malgun Gothic"/>
                <a:cs typeface="Malgun Gothic"/>
              </a:defRPr>
            </a:pPr>
            <a:r>
              <a:rPr sz="1800" b="0">
                <a:solidFill>
                  <a:srgbClr val="71513E"/>
                </a:solidFill>
                <a:latin typeface="Malgun Gothic"/>
                <a:ea typeface="Malgun Gothic"/>
                <a:cs typeface="Malgun Gothic"/>
              </a:rPr>
              <a:t>발표자료 4장 / 1:15–1:50 / 35초</a:t>
            </a:r>
          </a:p>
        </p:txBody>
      </p:sp>
      <p:sp>
        <p:nvSpPr>
          <p:cNvPr id="3" name="">
            <a:extLst xmlns:a="http://schemas.openxmlformats.org/drawingml/2006/main">
              <a:ext uri="{FF2B5EF4-FFF2-40B4-BE49-F238E27FC236}">
                <a16:creationId xmlns:a16="http://schemas.microsoft.com/office/drawing/2014/main" id="{34B93FF4-D866-40C3-ABC2-00F46C62D118}"/>
              </a:ext>
            </a:extLst>
          </p:cNvPr>
          <p:cNvSpPr>
            <a:spLocks xmlns:a="http://schemas.openxmlformats.org/drawingml/2006/main" noGrp="1"/>
          </p:cNvSpPr>
          <p:nvPr/>
        </p:nvSpPr>
        <p:spPr>
          <a:xfrm xmlns:a="http://schemas.openxmlformats.org/drawingml/2006/main">
            <a:off x="609600" y="1905000"/>
            <a:ext cx="109728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33231D"/>
                </a:solidFill>
                <a:latin typeface="Malgun Gothic"/>
                <a:ea typeface="Malgun Gothic"/>
                <a:cs typeface="Malgun Gothic"/>
              </a:defRPr>
            </a:pPr>
            <a:r>
              <a:rPr sz="2250" b="0">
                <a:solidFill>
                  <a:srgbClr val="33231D"/>
                </a:solidFill>
                <a:latin typeface="Malgun Gothic"/>
                <a:ea typeface="Malgun Gothic"/>
                <a:cs typeface="Malgun Gothic"/>
              </a:rPr>
              <a:t>핵심은 네 가지입니다. 링크, 텍스트, 이미지, 음성을 기록하고, AI가 자료 정보부터 다시 쓸 방법까지 구조화합니다. 사용자의 생각을 원문과 분리해 남기고, 선택한 기록을 창작 화면으로 이어 줍니다. 마지막으로 여러 기기의 기록과 이미지, 음성 원본을 하나의 Supabase 저장소에 보관합니다.</a:t>
            </a:r>
          </a:p>
        </p:txBody>
      </p:sp>
      <p:sp>
        <p:nvSpPr>
          <p:cNvPr id="4" name="">
            <a:extLst xmlns:a="http://schemas.openxmlformats.org/drawingml/2006/main">
              <a:ext uri="{FF2B5EF4-FFF2-40B4-BE49-F238E27FC236}">
                <a16:creationId xmlns:a16="http://schemas.microsoft.com/office/drawing/2014/main" id="{0F85EFDC-CD3E-4715-A0C1-2CB3E2F20B98}"/>
              </a:ext>
            </a:extLst>
          </p:cNvPr>
          <p:cNvSpPr>
            <a:spLocks xmlns:a="http://schemas.openxmlformats.org/drawingml/2006/main" noGrp="1"/>
          </p:cNvSpPr>
          <p:nvPr/>
        </p:nvSpPr>
        <p:spPr>
          <a:xfrm xmlns:a="http://schemas.openxmlformats.org/drawingml/2006/main">
            <a:off x="609600" y="570547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675B53"/>
                </a:solidFill>
                <a:latin typeface="Malgun Gothic"/>
                <a:ea typeface="Malgun Gothic"/>
                <a:cs typeface="Malgun Gothic"/>
              </a:defRPr>
            </a:pPr>
            <a:r>
              <a:rPr sz="1725" b="0">
                <a:solidFill>
                  <a:srgbClr val="675B53"/>
                </a:solidFill>
                <a:latin typeface="Malgun Gothic"/>
                <a:ea typeface="Malgun Gothic"/>
                <a:cs typeface="Malgun Gothic"/>
              </a:rPr>
              <a:t>진행 메모: 기능 이름보다 기록에서 결과물까지 이어지는 흐름을 강조합니다.</a:t>
            </a:r>
          </a:p>
        </p:txBody>
      </p:sp>
    </p:spTree>
    <p:extLst>
      <p:ext uri="{BB962C8B-B14F-4D97-AF65-F5344CB8AC3E}">
        <p14:creationId xmlns:p14="http://schemas.microsoft.com/office/powerpoint/2010/main" val="619351073"/>
      </p:ext>
    </p:extLst>
  </p:cSld>
</p:sld>
</file>

<file path=ppt/slides/slide5.xml><?xml version="1.0" encoding="utf-8"?>
<p:sld xmlns:p="http://schemas.openxmlformats.org/presentationml/2006/main">
  <p:cSld>
    <p:bg>
      <p:bgPr>
        <a:solidFill xmlns:a="http://schemas.openxmlformats.org/drawingml/2006/main">
          <a:srgbClr val="F4EFE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2D8F4C6-A27B-4072-8A97-8ACAECE640F7}"/>
              </a:ext>
            </a:extLst>
          </p:cNvPr>
          <p:cNvSpPr>
            <a:spLocks xmlns:a="http://schemas.openxmlformats.org/drawingml/2006/main" noGrp="1"/>
          </p:cNvSpPr>
          <p:nvPr/>
        </p:nvSpPr>
        <p:spPr>
          <a:xfrm xmlns:a="http://schemas.openxmlformats.org/drawingml/2006/main">
            <a:off x="609600" y="36195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33231D"/>
                </a:solidFill>
                <a:latin typeface="Malgun Gothic"/>
                <a:ea typeface="Malgun Gothic"/>
                <a:cs typeface="Malgun Gothic"/>
              </a:defRPr>
            </a:pPr>
            <a:r>
              <a:rPr sz="3300" b="1">
                <a:solidFill>
                  <a:srgbClr val="33231D"/>
                </a:solidFill>
                <a:latin typeface="Malgun Gothic"/>
                <a:ea typeface="Malgun Gothic"/>
                <a:cs typeface="Malgun Gothic"/>
              </a:rPr>
              <a:t>05  사용 흐름 1   자료 저장</a:t>
            </a:r>
          </a:p>
        </p:txBody>
      </p:sp>
      <p:sp>
        <p:nvSpPr>
          <p:cNvPr id="2" name="">
            <a:extLst xmlns:a="http://schemas.openxmlformats.org/drawingml/2006/main">
              <a:ext uri="{FF2B5EF4-FFF2-40B4-BE49-F238E27FC236}">
                <a16:creationId xmlns:a16="http://schemas.microsoft.com/office/drawing/2014/main" id="{98310D8F-0EEB-49D3-B824-18315C358863}"/>
              </a:ext>
            </a:extLst>
          </p:cNvPr>
          <p:cNvSpPr>
            <a:spLocks xmlns:a="http://schemas.openxmlformats.org/drawingml/2006/main" noGrp="1"/>
          </p:cNvSpPr>
          <p:nvPr/>
        </p:nvSpPr>
        <p:spPr>
          <a:xfrm xmlns:a="http://schemas.openxmlformats.org/drawingml/2006/main">
            <a:off x="609600" y="12573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71513E"/>
                </a:solidFill>
                <a:latin typeface="Malgun Gothic"/>
                <a:ea typeface="Malgun Gothic"/>
                <a:cs typeface="Malgun Gothic"/>
              </a:defRPr>
            </a:pPr>
            <a:r>
              <a:rPr sz="1800" b="0">
                <a:solidFill>
                  <a:srgbClr val="71513E"/>
                </a:solidFill>
                <a:latin typeface="Malgun Gothic"/>
                <a:ea typeface="Malgun Gothic"/>
                <a:cs typeface="Malgun Gothic"/>
              </a:rPr>
              <a:t>발표자료 5장 / 1:50–2:25 / 35초</a:t>
            </a:r>
          </a:p>
        </p:txBody>
      </p:sp>
      <p:sp>
        <p:nvSpPr>
          <p:cNvPr id="3" name="">
            <a:extLst xmlns:a="http://schemas.openxmlformats.org/drawingml/2006/main">
              <a:ext uri="{FF2B5EF4-FFF2-40B4-BE49-F238E27FC236}">
                <a16:creationId xmlns:a16="http://schemas.microsoft.com/office/drawing/2014/main" id="{D63E7638-24BA-458D-9810-08F0F7BC2E73}"/>
              </a:ext>
            </a:extLst>
          </p:cNvPr>
          <p:cNvSpPr>
            <a:spLocks xmlns:a="http://schemas.openxmlformats.org/drawingml/2006/main" noGrp="1"/>
          </p:cNvSpPr>
          <p:nvPr/>
        </p:nvSpPr>
        <p:spPr>
          <a:xfrm xmlns:a="http://schemas.openxmlformats.org/drawingml/2006/main">
            <a:off x="609600" y="1905000"/>
            <a:ext cx="109728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33231D"/>
                </a:solidFill>
                <a:latin typeface="Malgun Gothic"/>
                <a:ea typeface="Malgun Gothic"/>
                <a:cs typeface="Malgun Gothic"/>
              </a:defRPr>
            </a:pPr>
            <a:r>
              <a:rPr sz="2250" b="0">
                <a:solidFill>
                  <a:srgbClr val="33231D"/>
                </a:solidFill>
                <a:latin typeface="Malgun Gothic"/>
                <a:ea typeface="Malgun Gothic"/>
                <a:cs typeface="Malgun Gothic"/>
              </a:rPr>
              <a:t>한화 불꽃축제 영상을 예로 들겠습니다. 영상 주소를 넣으면 공개 자막을 가져와 영상 기록을 만듭니다. 이 사례에서는 공개 자막 2만 1,964자를 분석 자료로 보관했습니다. 영상 화면을 직접 이해한 결과는 아니며, 공개 자막이 없으면 스크립트를 직접 넣는 경로를 사용합니다.</a:t>
            </a:r>
          </a:p>
        </p:txBody>
      </p:sp>
      <p:sp>
        <p:nvSpPr>
          <p:cNvPr id="4" name="">
            <a:extLst xmlns:a="http://schemas.openxmlformats.org/drawingml/2006/main">
              <a:ext uri="{FF2B5EF4-FFF2-40B4-BE49-F238E27FC236}">
                <a16:creationId xmlns:a16="http://schemas.microsoft.com/office/drawing/2014/main" id="{8DA176C6-1A61-47A1-B883-15BD16C0FD2F}"/>
              </a:ext>
            </a:extLst>
          </p:cNvPr>
          <p:cNvSpPr>
            <a:spLocks xmlns:a="http://schemas.openxmlformats.org/drawingml/2006/main" noGrp="1"/>
          </p:cNvSpPr>
          <p:nvPr/>
        </p:nvSpPr>
        <p:spPr>
          <a:xfrm xmlns:a="http://schemas.openxmlformats.org/drawingml/2006/main">
            <a:off x="609600" y="570547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675B53"/>
                </a:solidFill>
                <a:latin typeface="Malgun Gothic"/>
                <a:ea typeface="Malgun Gothic"/>
                <a:cs typeface="Malgun Gothic"/>
              </a:defRPr>
            </a:pPr>
            <a:r>
              <a:rPr sz="1725" b="0">
                <a:solidFill>
                  <a:srgbClr val="675B53"/>
                </a:solidFill>
                <a:latin typeface="Malgun Gothic"/>
                <a:ea typeface="Malgun Gothic"/>
                <a:cs typeface="Malgun Gothic"/>
              </a:rPr>
              <a:t>진행 메모: 왼쪽 입력 화면과 오른쪽 저장 기록을 차례로 가리킵니다.</a:t>
            </a:r>
          </a:p>
        </p:txBody>
      </p:sp>
    </p:spTree>
    <p:extLst>
      <p:ext uri="{BB962C8B-B14F-4D97-AF65-F5344CB8AC3E}">
        <p14:creationId xmlns:p14="http://schemas.microsoft.com/office/powerpoint/2010/main" val="1689949949"/>
      </p:ext>
    </p:extLst>
  </p:cSld>
</p:sld>
</file>

<file path=ppt/slides/slide6.xml><?xml version="1.0" encoding="utf-8"?>
<p:sld xmlns:p="http://schemas.openxmlformats.org/presentationml/2006/main">
  <p:cSld>
    <p:bg>
      <p:bgPr>
        <a:solidFill xmlns:a="http://schemas.openxmlformats.org/drawingml/2006/main">
          <a:srgbClr val="F4EFE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712BA69-941B-4177-80CA-F07CA3667347}"/>
              </a:ext>
            </a:extLst>
          </p:cNvPr>
          <p:cNvSpPr>
            <a:spLocks xmlns:a="http://schemas.openxmlformats.org/drawingml/2006/main" noGrp="1"/>
          </p:cNvSpPr>
          <p:nvPr/>
        </p:nvSpPr>
        <p:spPr>
          <a:xfrm xmlns:a="http://schemas.openxmlformats.org/drawingml/2006/main">
            <a:off x="609600" y="36195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33231D"/>
                </a:solidFill>
                <a:latin typeface="Malgun Gothic"/>
                <a:ea typeface="Malgun Gothic"/>
                <a:cs typeface="Malgun Gothic"/>
              </a:defRPr>
            </a:pPr>
            <a:r>
              <a:rPr sz="3300" b="1">
                <a:solidFill>
                  <a:srgbClr val="33231D"/>
                </a:solidFill>
                <a:latin typeface="Malgun Gothic"/>
                <a:ea typeface="Malgun Gothic"/>
                <a:cs typeface="Malgun Gothic"/>
              </a:rPr>
              <a:t>06  사용 흐름 2   근거와 내 생각</a:t>
            </a:r>
          </a:p>
        </p:txBody>
      </p:sp>
      <p:sp>
        <p:nvSpPr>
          <p:cNvPr id="2" name="">
            <a:extLst xmlns:a="http://schemas.openxmlformats.org/drawingml/2006/main">
              <a:ext uri="{FF2B5EF4-FFF2-40B4-BE49-F238E27FC236}">
                <a16:creationId xmlns:a16="http://schemas.microsoft.com/office/drawing/2014/main" id="{50CD2CD6-B662-484D-9A0C-E8706ECB5047}"/>
              </a:ext>
            </a:extLst>
          </p:cNvPr>
          <p:cNvSpPr>
            <a:spLocks xmlns:a="http://schemas.openxmlformats.org/drawingml/2006/main" noGrp="1"/>
          </p:cNvSpPr>
          <p:nvPr/>
        </p:nvSpPr>
        <p:spPr>
          <a:xfrm xmlns:a="http://schemas.openxmlformats.org/drawingml/2006/main">
            <a:off x="609600" y="12573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71513E"/>
                </a:solidFill>
                <a:latin typeface="Malgun Gothic"/>
                <a:ea typeface="Malgun Gothic"/>
                <a:cs typeface="Malgun Gothic"/>
              </a:defRPr>
            </a:pPr>
            <a:r>
              <a:rPr sz="1800" b="0">
                <a:solidFill>
                  <a:srgbClr val="71513E"/>
                </a:solidFill>
                <a:latin typeface="Malgun Gothic"/>
                <a:ea typeface="Malgun Gothic"/>
                <a:cs typeface="Malgun Gothic"/>
              </a:rPr>
              <a:t>발표자료 6장 / 2:25–3:00 / 35초</a:t>
            </a:r>
          </a:p>
        </p:txBody>
      </p:sp>
      <p:sp>
        <p:nvSpPr>
          <p:cNvPr id="3" name="">
            <a:extLst xmlns:a="http://schemas.openxmlformats.org/drawingml/2006/main">
              <a:ext uri="{FF2B5EF4-FFF2-40B4-BE49-F238E27FC236}">
                <a16:creationId xmlns:a16="http://schemas.microsoft.com/office/drawing/2014/main" id="{7EA21811-495D-4315-9D73-DC220D48C64F}"/>
              </a:ext>
            </a:extLst>
          </p:cNvPr>
          <p:cNvSpPr>
            <a:spLocks xmlns:a="http://schemas.openxmlformats.org/drawingml/2006/main" noGrp="1"/>
          </p:cNvSpPr>
          <p:nvPr/>
        </p:nvSpPr>
        <p:spPr>
          <a:xfrm xmlns:a="http://schemas.openxmlformats.org/drawingml/2006/main">
            <a:off x="609600" y="1905000"/>
            <a:ext cx="109728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33231D"/>
                </a:solidFill>
                <a:latin typeface="Malgun Gothic"/>
                <a:ea typeface="Malgun Gothic"/>
                <a:cs typeface="Malgun Gothic"/>
              </a:defRPr>
            </a:pPr>
            <a:r>
              <a:rPr sz="2250" b="0">
                <a:solidFill>
                  <a:srgbClr val="33231D"/>
                </a:solidFill>
                <a:latin typeface="Malgun Gothic"/>
                <a:ea typeface="Malgun Gothic"/>
                <a:cs typeface="Malgun Gothic"/>
              </a:rPr>
              <a:t>AI 정리는 자료 정보, 핵심 요약, 주요 근거, 해석과 한계, 나에게 남길 질문, 다시 쓸 방법 순서로 나옵니다. 원문에서 확인한 내용과 AI의 해석을 구분하고 근거 위치를 표시합니다. 그 옆에 제가 발견한 의미를 내 생각으로 남깁니다. 자료 작성자의 주장과 외부 사실 검증을 마쳤다는 말은 구분해야 합니다.</a:t>
            </a:r>
          </a:p>
        </p:txBody>
      </p:sp>
      <p:sp>
        <p:nvSpPr>
          <p:cNvPr id="4" name="">
            <a:extLst xmlns:a="http://schemas.openxmlformats.org/drawingml/2006/main">
              <a:ext uri="{FF2B5EF4-FFF2-40B4-BE49-F238E27FC236}">
                <a16:creationId xmlns:a16="http://schemas.microsoft.com/office/drawing/2014/main" id="{D94F8154-7CB8-4752-9FD0-B95115C4C1C3}"/>
              </a:ext>
            </a:extLst>
          </p:cNvPr>
          <p:cNvSpPr>
            <a:spLocks xmlns:a="http://schemas.openxmlformats.org/drawingml/2006/main" noGrp="1"/>
          </p:cNvSpPr>
          <p:nvPr/>
        </p:nvSpPr>
        <p:spPr>
          <a:xfrm xmlns:a="http://schemas.openxmlformats.org/drawingml/2006/main">
            <a:off x="609600" y="570547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675B53"/>
                </a:solidFill>
                <a:latin typeface="Malgun Gothic"/>
                <a:ea typeface="Malgun Gothic"/>
                <a:cs typeface="Malgun Gothic"/>
              </a:defRPr>
            </a:pPr>
            <a:r>
              <a:rPr sz="1725" b="0">
                <a:solidFill>
                  <a:srgbClr val="675B53"/>
                </a:solidFill>
                <a:latin typeface="Malgun Gothic"/>
                <a:ea typeface="Malgun Gothic"/>
                <a:cs typeface="Malgun Gothic"/>
              </a:rPr>
              <a:t>진행 메모: AI 정리와 사용자 생각이 서로 다른 영역이라는 점을 보여줍니다.</a:t>
            </a:r>
          </a:p>
        </p:txBody>
      </p:sp>
    </p:spTree>
    <p:extLst>
      <p:ext uri="{BB962C8B-B14F-4D97-AF65-F5344CB8AC3E}">
        <p14:creationId xmlns:p14="http://schemas.microsoft.com/office/powerpoint/2010/main" val="1121137924"/>
      </p:ext>
    </p:extLst>
  </p:cSld>
</p:sld>
</file>

<file path=ppt/slides/slide7.xml><?xml version="1.0" encoding="utf-8"?>
<p:sld xmlns:p="http://schemas.openxmlformats.org/presentationml/2006/main">
  <p:cSld>
    <p:bg>
      <p:bgPr>
        <a:solidFill xmlns:a="http://schemas.openxmlformats.org/drawingml/2006/main">
          <a:srgbClr val="F4EFE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405AFE8-744B-4C95-8FD7-EA488E8DB056}"/>
              </a:ext>
            </a:extLst>
          </p:cNvPr>
          <p:cNvSpPr>
            <a:spLocks xmlns:a="http://schemas.openxmlformats.org/drawingml/2006/main" noGrp="1"/>
          </p:cNvSpPr>
          <p:nvPr/>
        </p:nvSpPr>
        <p:spPr>
          <a:xfrm xmlns:a="http://schemas.openxmlformats.org/drawingml/2006/main">
            <a:off x="609600" y="36195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33231D"/>
                </a:solidFill>
                <a:latin typeface="Malgun Gothic"/>
                <a:ea typeface="Malgun Gothic"/>
                <a:cs typeface="Malgun Gothic"/>
              </a:defRPr>
            </a:pPr>
            <a:r>
              <a:rPr sz="3300" b="1">
                <a:solidFill>
                  <a:srgbClr val="33231D"/>
                </a:solidFill>
                <a:latin typeface="Malgun Gothic"/>
                <a:ea typeface="Malgun Gothic"/>
                <a:cs typeface="Malgun Gothic"/>
              </a:rPr>
              <a:t>07  사용 흐름 3   결과물로 이어 쓰기</a:t>
            </a:r>
          </a:p>
        </p:txBody>
      </p:sp>
      <p:sp>
        <p:nvSpPr>
          <p:cNvPr id="2" name="">
            <a:extLst xmlns:a="http://schemas.openxmlformats.org/drawingml/2006/main">
              <a:ext uri="{FF2B5EF4-FFF2-40B4-BE49-F238E27FC236}">
                <a16:creationId xmlns:a16="http://schemas.microsoft.com/office/drawing/2014/main" id="{A69F8404-D4A6-4A6F-B40E-B7DF1492BD50}"/>
              </a:ext>
            </a:extLst>
          </p:cNvPr>
          <p:cNvSpPr>
            <a:spLocks xmlns:a="http://schemas.openxmlformats.org/drawingml/2006/main" noGrp="1"/>
          </p:cNvSpPr>
          <p:nvPr/>
        </p:nvSpPr>
        <p:spPr>
          <a:xfrm xmlns:a="http://schemas.openxmlformats.org/drawingml/2006/main">
            <a:off x="609600" y="12573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71513E"/>
                </a:solidFill>
                <a:latin typeface="Malgun Gothic"/>
                <a:ea typeface="Malgun Gothic"/>
                <a:cs typeface="Malgun Gothic"/>
              </a:defRPr>
            </a:pPr>
            <a:r>
              <a:rPr sz="1800" b="0">
                <a:solidFill>
                  <a:srgbClr val="71513E"/>
                </a:solidFill>
                <a:latin typeface="Malgun Gothic"/>
                <a:ea typeface="Malgun Gothic"/>
                <a:cs typeface="Malgun Gothic"/>
              </a:rPr>
              <a:t>발표자료 7장 / 3:00–3:30 / 30초</a:t>
            </a:r>
          </a:p>
        </p:txBody>
      </p:sp>
      <p:sp>
        <p:nvSpPr>
          <p:cNvPr id="3" name="">
            <a:extLst xmlns:a="http://schemas.openxmlformats.org/drawingml/2006/main">
              <a:ext uri="{FF2B5EF4-FFF2-40B4-BE49-F238E27FC236}">
                <a16:creationId xmlns:a16="http://schemas.microsoft.com/office/drawing/2014/main" id="{B7708A9B-C6DB-4F3F-A17C-04333AD8E9E3}"/>
              </a:ext>
            </a:extLst>
          </p:cNvPr>
          <p:cNvSpPr>
            <a:spLocks xmlns:a="http://schemas.openxmlformats.org/drawingml/2006/main" noGrp="1"/>
          </p:cNvSpPr>
          <p:nvPr/>
        </p:nvSpPr>
        <p:spPr>
          <a:xfrm xmlns:a="http://schemas.openxmlformats.org/drawingml/2006/main">
            <a:off x="609600" y="1905000"/>
            <a:ext cx="109728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33231D"/>
                </a:solidFill>
                <a:latin typeface="Malgun Gothic"/>
                <a:ea typeface="Malgun Gothic"/>
                <a:cs typeface="Malgun Gothic"/>
              </a:defRPr>
            </a:pPr>
            <a:r>
              <a:rPr sz="2250" b="0">
                <a:solidFill>
                  <a:srgbClr val="33231D"/>
                </a:solidFill>
                <a:latin typeface="Malgun Gothic"/>
                <a:ea typeface="Malgun Gothic"/>
                <a:cs typeface="Malgun Gothic"/>
              </a:rPr>
              <a:t>결과물 만들기를 누르면 저장한 생각과 다시 쓸 방법이 창작 화면에 이어집니다. 사용자는 제목과 본문을 바로 고칠 수 있고, 필요할 때만 AI 표현 제안을 받습니다. 메모이브가 더 좋은 답을 약속하는 것이 아니라, 지난 자료와 생각을 다시 설명하는 수고를 줄이는 경험을 만들었습니다.</a:t>
            </a:r>
          </a:p>
        </p:txBody>
      </p:sp>
      <p:sp>
        <p:nvSpPr>
          <p:cNvPr id="4" name="">
            <a:extLst xmlns:a="http://schemas.openxmlformats.org/drawingml/2006/main">
              <a:ext uri="{FF2B5EF4-FFF2-40B4-BE49-F238E27FC236}">
                <a16:creationId xmlns:a16="http://schemas.microsoft.com/office/drawing/2014/main" id="{AEE87D42-1E42-43E5-8194-E6F7BEC58585}"/>
              </a:ext>
            </a:extLst>
          </p:cNvPr>
          <p:cNvSpPr>
            <a:spLocks xmlns:a="http://schemas.openxmlformats.org/drawingml/2006/main" noGrp="1"/>
          </p:cNvSpPr>
          <p:nvPr/>
        </p:nvSpPr>
        <p:spPr>
          <a:xfrm xmlns:a="http://schemas.openxmlformats.org/drawingml/2006/main">
            <a:off x="609600" y="570547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675B53"/>
                </a:solidFill>
                <a:latin typeface="Malgun Gothic"/>
                <a:ea typeface="Malgun Gothic"/>
                <a:cs typeface="Malgun Gothic"/>
              </a:defRPr>
            </a:pPr>
            <a:r>
              <a:rPr sz="1725" b="0">
                <a:solidFill>
                  <a:srgbClr val="675B53"/>
                </a:solidFill>
                <a:latin typeface="Malgun Gothic"/>
                <a:ea typeface="Malgun Gothic"/>
                <a:cs typeface="Malgun Gothic"/>
              </a:rPr>
              <a:t>진행 메모: 내 생각이 초안의 출발점으로 유지되는 장면을 설명합니다.</a:t>
            </a:r>
          </a:p>
        </p:txBody>
      </p:sp>
    </p:spTree>
    <p:extLst>
      <p:ext uri="{BB962C8B-B14F-4D97-AF65-F5344CB8AC3E}">
        <p14:creationId xmlns:p14="http://schemas.microsoft.com/office/powerpoint/2010/main" val="677632027"/>
      </p:ext>
    </p:extLst>
  </p:cSld>
</p:sld>
</file>

<file path=ppt/slides/slide8.xml><?xml version="1.0" encoding="utf-8"?>
<p:sld xmlns:p="http://schemas.openxmlformats.org/presentationml/2006/main">
  <p:cSld>
    <p:bg>
      <p:bgPr>
        <a:solidFill xmlns:a="http://schemas.openxmlformats.org/drawingml/2006/main">
          <a:srgbClr val="F4EFE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B37A801-F205-46BD-B73A-F6DF34EB6E7F}"/>
              </a:ext>
            </a:extLst>
          </p:cNvPr>
          <p:cNvSpPr>
            <a:spLocks xmlns:a="http://schemas.openxmlformats.org/drawingml/2006/main" noGrp="1"/>
          </p:cNvSpPr>
          <p:nvPr/>
        </p:nvSpPr>
        <p:spPr>
          <a:xfrm xmlns:a="http://schemas.openxmlformats.org/drawingml/2006/main">
            <a:off x="609600" y="36195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33231D"/>
                </a:solidFill>
                <a:latin typeface="Malgun Gothic"/>
                <a:ea typeface="Malgun Gothic"/>
                <a:cs typeface="Malgun Gothic"/>
              </a:defRPr>
            </a:pPr>
            <a:r>
              <a:rPr sz="3300" b="1">
                <a:solidFill>
                  <a:srgbClr val="33231D"/>
                </a:solidFill>
                <a:latin typeface="Malgun Gothic"/>
                <a:ea typeface="Malgun Gothic"/>
                <a:cs typeface="Malgun Gothic"/>
              </a:rPr>
              <a:t>08  기록이 이어지는 기술 구조</a:t>
            </a:r>
          </a:p>
        </p:txBody>
      </p:sp>
      <p:sp>
        <p:nvSpPr>
          <p:cNvPr id="2" name="">
            <a:extLst xmlns:a="http://schemas.openxmlformats.org/drawingml/2006/main">
              <a:ext uri="{FF2B5EF4-FFF2-40B4-BE49-F238E27FC236}">
                <a16:creationId xmlns:a16="http://schemas.microsoft.com/office/drawing/2014/main" id="{ABC9C94D-7FBB-41AF-8E4E-7BB412EA00AE}"/>
              </a:ext>
            </a:extLst>
          </p:cNvPr>
          <p:cNvSpPr>
            <a:spLocks xmlns:a="http://schemas.openxmlformats.org/drawingml/2006/main" noGrp="1"/>
          </p:cNvSpPr>
          <p:nvPr/>
        </p:nvSpPr>
        <p:spPr>
          <a:xfrm xmlns:a="http://schemas.openxmlformats.org/drawingml/2006/main">
            <a:off x="609600" y="12573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71513E"/>
                </a:solidFill>
                <a:latin typeface="Malgun Gothic"/>
                <a:ea typeface="Malgun Gothic"/>
                <a:cs typeface="Malgun Gothic"/>
              </a:defRPr>
            </a:pPr>
            <a:r>
              <a:rPr sz="1800" b="0">
                <a:solidFill>
                  <a:srgbClr val="71513E"/>
                </a:solidFill>
                <a:latin typeface="Malgun Gothic"/>
                <a:ea typeface="Malgun Gothic"/>
                <a:cs typeface="Malgun Gothic"/>
              </a:rPr>
              <a:t>발표자료 8장 / 3:30–4:05 / 35초</a:t>
            </a:r>
          </a:p>
        </p:txBody>
      </p:sp>
      <p:sp>
        <p:nvSpPr>
          <p:cNvPr id="3" name="">
            <a:extLst xmlns:a="http://schemas.openxmlformats.org/drawingml/2006/main">
              <a:ext uri="{FF2B5EF4-FFF2-40B4-BE49-F238E27FC236}">
                <a16:creationId xmlns:a16="http://schemas.microsoft.com/office/drawing/2014/main" id="{A1D5F149-68DF-4293-8A81-541E5516BA5C}"/>
              </a:ext>
            </a:extLst>
          </p:cNvPr>
          <p:cNvSpPr>
            <a:spLocks xmlns:a="http://schemas.openxmlformats.org/drawingml/2006/main" noGrp="1"/>
          </p:cNvSpPr>
          <p:nvPr/>
        </p:nvSpPr>
        <p:spPr>
          <a:xfrm xmlns:a="http://schemas.openxmlformats.org/drawingml/2006/main">
            <a:off x="609600" y="1905000"/>
            <a:ext cx="109728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33231D"/>
                </a:solidFill>
                <a:latin typeface="Malgun Gothic"/>
                <a:ea typeface="Malgun Gothic"/>
                <a:cs typeface="Malgun Gothic"/>
              </a:defRPr>
            </a:pPr>
            <a:r>
              <a:rPr sz="2250" b="0">
                <a:solidFill>
                  <a:srgbClr val="33231D"/>
                </a:solidFill>
                <a:latin typeface="Malgun Gothic"/>
                <a:ea typeface="Malgun Gothic"/>
                <a:cs typeface="Malgun Gothic"/>
              </a:rPr>
              <a:t>서비스 화면은 Vercel에서 제공하고, Gemini 요청은 Cloudflare Worker가 중간에서 처리합니다. 기록과 결과물은 TOBEA Supabase의 데이터베이스에, 이미지와 음성 원본은 비공개 파일 보관함에 저장합니다. GitHub에는 공개 가능한 코드와 발표자료만 올리고 개인 기록 원문과 연결 코드는 올리지 않습니다.</a:t>
            </a:r>
          </a:p>
        </p:txBody>
      </p:sp>
      <p:sp>
        <p:nvSpPr>
          <p:cNvPr id="4" name="">
            <a:extLst xmlns:a="http://schemas.openxmlformats.org/drawingml/2006/main">
              <a:ext uri="{FF2B5EF4-FFF2-40B4-BE49-F238E27FC236}">
                <a16:creationId xmlns:a16="http://schemas.microsoft.com/office/drawing/2014/main" id="{E4EDE2B7-9F73-4861-A74E-884B103730C4}"/>
              </a:ext>
            </a:extLst>
          </p:cNvPr>
          <p:cNvSpPr>
            <a:spLocks xmlns:a="http://schemas.openxmlformats.org/drawingml/2006/main" noGrp="1"/>
          </p:cNvSpPr>
          <p:nvPr/>
        </p:nvSpPr>
        <p:spPr>
          <a:xfrm xmlns:a="http://schemas.openxmlformats.org/drawingml/2006/main">
            <a:off x="609600" y="570547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675B53"/>
                </a:solidFill>
                <a:latin typeface="Malgun Gothic"/>
                <a:ea typeface="Malgun Gothic"/>
                <a:cs typeface="Malgun Gothic"/>
              </a:defRPr>
            </a:pPr>
            <a:r>
              <a:rPr sz="1725" b="0">
                <a:solidFill>
                  <a:srgbClr val="675B53"/>
                </a:solidFill>
                <a:latin typeface="Malgun Gothic"/>
                <a:ea typeface="Malgun Gothic"/>
                <a:cs typeface="Malgun Gothic"/>
              </a:rPr>
              <a:t>진행 메모: 화면, AI 통로, 개인 기록 저장, 공개 코드의 역할을 나눠 설명합니다.</a:t>
            </a:r>
          </a:p>
        </p:txBody>
      </p:sp>
    </p:spTree>
    <p:extLst>
      <p:ext uri="{BB962C8B-B14F-4D97-AF65-F5344CB8AC3E}">
        <p14:creationId xmlns:p14="http://schemas.microsoft.com/office/powerpoint/2010/main" val="912586425"/>
      </p:ext>
    </p:extLst>
  </p:cSld>
</p:sld>
</file>

<file path=ppt/slides/slide9.xml><?xml version="1.0" encoding="utf-8"?>
<p:sld xmlns:p="http://schemas.openxmlformats.org/presentationml/2006/main">
  <p:cSld>
    <p:bg>
      <p:bgPr>
        <a:solidFill xmlns:a="http://schemas.openxmlformats.org/drawingml/2006/main">
          <a:srgbClr val="F4EFE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1D02DE5-FD24-4F29-B8CB-DD1543770717}"/>
              </a:ext>
            </a:extLst>
          </p:cNvPr>
          <p:cNvSpPr>
            <a:spLocks xmlns:a="http://schemas.openxmlformats.org/drawingml/2006/main" noGrp="1"/>
          </p:cNvSpPr>
          <p:nvPr/>
        </p:nvSpPr>
        <p:spPr>
          <a:xfrm xmlns:a="http://schemas.openxmlformats.org/drawingml/2006/main">
            <a:off x="609600" y="36195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33231D"/>
                </a:solidFill>
                <a:latin typeface="Malgun Gothic"/>
                <a:ea typeface="Malgun Gothic"/>
                <a:cs typeface="Malgun Gothic"/>
              </a:defRPr>
            </a:pPr>
            <a:r>
              <a:rPr sz="3300" b="1">
                <a:solidFill>
                  <a:srgbClr val="33231D"/>
                </a:solidFill>
                <a:latin typeface="Malgun Gothic"/>
                <a:ea typeface="Malgun Gothic"/>
                <a:cs typeface="Malgun Gothic"/>
              </a:rPr>
              <a:t>09  여러 주소에서도 같은 기록 사용</a:t>
            </a:r>
          </a:p>
        </p:txBody>
      </p:sp>
      <p:sp>
        <p:nvSpPr>
          <p:cNvPr id="2" name="">
            <a:extLst xmlns:a="http://schemas.openxmlformats.org/drawingml/2006/main">
              <a:ext uri="{FF2B5EF4-FFF2-40B4-BE49-F238E27FC236}">
                <a16:creationId xmlns:a16="http://schemas.microsoft.com/office/drawing/2014/main" id="{A7956F71-855D-42D7-81CA-3C274FF43426}"/>
              </a:ext>
            </a:extLst>
          </p:cNvPr>
          <p:cNvSpPr>
            <a:spLocks xmlns:a="http://schemas.openxmlformats.org/drawingml/2006/main" noGrp="1"/>
          </p:cNvSpPr>
          <p:nvPr/>
        </p:nvSpPr>
        <p:spPr>
          <a:xfrm xmlns:a="http://schemas.openxmlformats.org/drawingml/2006/main">
            <a:off x="609600" y="12573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71513E"/>
                </a:solidFill>
                <a:latin typeface="Malgun Gothic"/>
                <a:ea typeface="Malgun Gothic"/>
                <a:cs typeface="Malgun Gothic"/>
              </a:defRPr>
            </a:pPr>
            <a:r>
              <a:rPr sz="1800" b="0">
                <a:solidFill>
                  <a:srgbClr val="71513E"/>
                </a:solidFill>
                <a:latin typeface="Malgun Gothic"/>
                <a:ea typeface="Malgun Gothic"/>
                <a:cs typeface="Malgun Gothic"/>
              </a:rPr>
              <a:t>발표자료 9장 / 4:05–4:40 / 35초</a:t>
            </a:r>
          </a:p>
        </p:txBody>
      </p:sp>
      <p:sp>
        <p:nvSpPr>
          <p:cNvPr id="3" name="">
            <a:extLst xmlns:a="http://schemas.openxmlformats.org/drawingml/2006/main">
              <a:ext uri="{FF2B5EF4-FFF2-40B4-BE49-F238E27FC236}">
                <a16:creationId xmlns:a16="http://schemas.microsoft.com/office/drawing/2014/main" id="{C1A83C7B-68CE-471E-922F-BBF1C3E1A16F}"/>
              </a:ext>
            </a:extLst>
          </p:cNvPr>
          <p:cNvSpPr>
            <a:spLocks xmlns:a="http://schemas.openxmlformats.org/drawingml/2006/main" noGrp="1"/>
          </p:cNvSpPr>
          <p:nvPr/>
        </p:nvSpPr>
        <p:spPr>
          <a:xfrm xmlns:a="http://schemas.openxmlformats.org/drawingml/2006/main">
            <a:off x="609600" y="1905000"/>
            <a:ext cx="109728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33231D"/>
                </a:solidFill>
                <a:latin typeface="Malgun Gothic"/>
                <a:ea typeface="Malgun Gothic"/>
                <a:cs typeface="Malgun Gothic"/>
              </a:defRPr>
            </a:pPr>
            <a:r>
              <a:rPr sz="2250" b="0">
                <a:solidFill>
                  <a:srgbClr val="33231D"/>
                </a:solidFill>
                <a:latin typeface="Malgun Gothic"/>
                <a:ea typeface="Malgun Gothic"/>
                <a:cs typeface="Malgun Gothic"/>
              </a:rPr>
              <a:t>처음에는 브라우저 안에만 저장해서 같은 서비스라도 PC와 휴대전화의 기록이 달랐습니다. 지금은 Vercel과 다른 허용된 배포 화면이 하나의 기록 API와 Supabase를 사용하도록 바꿨습니다. 새 주소나 새 브라우저에서는 다른 기기 연결 링크를 한 번 열어야 하고, 그 뒤부터 같은 개인 기록을 불러오고 저장합니다.</a:t>
            </a:r>
          </a:p>
        </p:txBody>
      </p:sp>
      <p:sp>
        <p:nvSpPr>
          <p:cNvPr id="4" name="">
            <a:extLst xmlns:a="http://schemas.openxmlformats.org/drawingml/2006/main">
              <a:ext uri="{FF2B5EF4-FFF2-40B4-BE49-F238E27FC236}">
                <a16:creationId xmlns:a16="http://schemas.microsoft.com/office/drawing/2014/main" id="{B45BFFC8-8F4A-4647-A7F1-9517DF5A8AB1}"/>
              </a:ext>
            </a:extLst>
          </p:cNvPr>
          <p:cNvSpPr>
            <a:spLocks xmlns:a="http://schemas.openxmlformats.org/drawingml/2006/main" noGrp="1"/>
          </p:cNvSpPr>
          <p:nvPr/>
        </p:nvSpPr>
        <p:spPr>
          <a:xfrm xmlns:a="http://schemas.openxmlformats.org/drawingml/2006/main">
            <a:off x="609600" y="570547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675B53"/>
                </a:solidFill>
                <a:latin typeface="Malgun Gothic"/>
                <a:ea typeface="Malgun Gothic"/>
                <a:cs typeface="Malgun Gothic"/>
              </a:defRPr>
            </a:pPr>
            <a:r>
              <a:rPr sz="1725" b="0">
                <a:solidFill>
                  <a:srgbClr val="675B53"/>
                </a:solidFill>
                <a:latin typeface="Malgun Gothic"/>
                <a:ea typeface="Malgun Gothic"/>
                <a:cs typeface="Malgun Gothic"/>
              </a:rPr>
              <a:t>진행 메모: 주소가 같다는 것과 개인 기록이 연결됐다는 것을 구분합니다.</a:t>
            </a:r>
          </a:p>
        </p:txBody>
      </p:sp>
    </p:spTree>
    <p:extLst>
      <p:ext uri="{BB962C8B-B14F-4D97-AF65-F5344CB8AC3E}">
        <p14:creationId xmlns:p14="http://schemas.microsoft.com/office/powerpoint/2010/main" val="1316131744"/>
      </p:ext>
    </p:extLst>
  </p:cSld>
</p:sld>
</file>

<file path=ppt/slides/slide10.xml><?xml version="1.0" encoding="utf-8"?>
<p:sld xmlns:p="http://schemas.openxmlformats.org/presentationml/2006/main">
  <p:cSld>
    <p:bg>
      <p:bgPr>
        <a:solidFill xmlns:a="http://schemas.openxmlformats.org/drawingml/2006/main">
          <a:srgbClr val="F4EFE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1841613-94B5-4367-AA70-DFFF4D7E637C}"/>
              </a:ext>
            </a:extLst>
          </p:cNvPr>
          <p:cNvSpPr>
            <a:spLocks xmlns:a="http://schemas.openxmlformats.org/drawingml/2006/main" noGrp="1"/>
          </p:cNvSpPr>
          <p:nvPr/>
        </p:nvSpPr>
        <p:spPr>
          <a:xfrm xmlns:a="http://schemas.openxmlformats.org/drawingml/2006/main">
            <a:off x="609600" y="36195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33231D"/>
                </a:solidFill>
                <a:latin typeface="Malgun Gothic"/>
                <a:ea typeface="Malgun Gothic"/>
                <a:cs typeface="Malgun Gothic"/>
              </a:defRPr>
            </a:pPr>
            <a:r>
              <a:rPr sz="3300" b="1">
                <a:solidFill>
                  <a:srgbClr val="33231D"/>
                </a:solidFill>
                <a:latin typeface="Malgun Gothic"/>
                <a:ea typeface="Malgun Gothic"/>
                <a:cs typeface="Malgun Gothic"/>
              </a:rPr>
              <a:t>10  현재 증거와 남은 검증</a:t>
            </a:r>
          </a:p>
        </p:txBody>
      </p:sp>
      <p:sp>
        <p:nvSpPr>
          <p:cNvPr id="2" name="">
            <a:extLst xmlns:a="http://schemas.openxmlformats.org/drawingml/2006/main">
              <a:ext uri="{FF2B5EF4-FFF2-40B4-BE49-F238E27FC236}">
                <a16:creationId xmlns:a16="http://schemas.microsoft.com/office/drawing/2014/main" id="{B2D3CBEA-20A3-4371-8AA4-8C2B4932A9B1}"/>
              </a:ext>
            </a:extLst>
          </p:cNvPr>
          <p:cNvSpPr>
            <a:spLocks xmlns:a="http://schemas.openxmlformats.org/drawingml/2006/main" noGrp="1"/>
          </p:cNvSpPr>
          <p:nvPr/>
        </p:nvSpPr>
        <p:spPr>
          <a:xfrm xmlns:a="http://schemas.openxmlformats.org/drawingml/2006/main">
            <a:off x="609600" y="12573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71513E"/>
                </a:solidFill>
                <a:latin typeface="Malgun Gothic"/>
                <a:ea typeface="Malgun Gothic"/>
                <a:cs typeface="Malgun Gothic"/>
              </a:defRPr>
            </a:pPr>
            <a:r>
              <a:rPr sz="1800" b="0">
                <a:solidFill>
                  <a:srgbClr val="71513E"/>
                </a:solidFill>
                <a:latin typeface="Malgun Gothic"/>
                <a:ea typeface="Malgun Gothic"/>
                <a:cs typeface="Malgun Gothic"/>
              </a:rPr>
              <a:t>발표자료 10장 / 4:40–5:15 / 35초</a:t>
            </a:r>
          </a:p>
        </p:txBody>
      </p:sp>
      <p:sp>
        <p:nvSpPr>
          <p:cNvPr id="3" name="">
            <a:extLst xmlns:a="http://schemas.openxmlformats.org/drawingml/2006/main">
              <a:ext uri="{FF2B5EF4-FFF2-40B4-BE49-F238E27FC236}">
                <a16:creationId xmlns:a16="http://schemas.microsoft.com/office/drawing/2014/main" id="{19302E96-ACC6-456D-9B63-B49AF3265915}"/>
              </a:ext>
            </a:extLst>
          </p:cNvPr>
          <p:cNvSpPr>
            <a:spLocks xmlns:a="http://schemas.openxmlformats.org/drawingml/2006/main" noGrp="1"/>
          </p:cNvSpPr>
          <p:nvPr/>
        </p:nvSpPr>
        <p:spPr>
          <a:xfrm xmlns:a="http://schemas.openxmlformats.org/drawingml/2006/main">
            <a:off x="609600" y="1905000"/>
            <a:ext cx="109728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33231D"/>
                </a:solidFill>
                <a:latin typeface="Malgun Gothic"/>
                <a:ea typeface="Malgun Gothic"/>
                <a:cs typeface="Malgun Gothic"/>
              </a:defRPr>
            </a:pPr>
            <a:r>
              <a:rPr sz="2250" b="0">
                <a:solidFill>
                  <a:srgbClr val="33231D"/>
                </a:solidFill>
                <a:latin typeface="Malgun Gothic"/>
                <a:ea typeface="Malgun Gothic"/>
                <a:cs typeface="Malgun Gothic"/>
              </a:rPr>
              <a:t>Supabase에는 기록 13개와 결과물 2개가 기준 데이터로 저장돼 있고, 운영 화면에서 이를 불러온 것을 확인했습니다. 이 숫자는 사용자 수나 서비스 효과가 아닙니다. 외부 사용자의 수요, 실제 시간 단축, 장기 반복 사용은 아직 확인하지 못했습니다. 다음에는 초기 대상자 3명에서 5명이 설명 없이 기록을 다시 찾아 자기 관점의 글을 저장하는지 보겠습니다.</a:t>
            </a:r>
          </a:p>
        </p:txBody>
      </p:sp>
      <p:sp>
        <p:nvSpPr>
          <p:cNvPr id="4" name="">
            <a:extLst xmlns:a="http://schemas.openxmlformats.org/drawingml/2006/main">
              <a:ext uri="{FF2B5EF4-FFF2-40B4-BE49-F238E27FC236}">
                <a16:creationId xmlns:a16="http://schemas.microsoft.com/office/drawing/2014/main" id="{4B23B404-E145-4251-B6A9-8804B1F9C61B}"/>
              </a:ext>
            </a:extLst>
          </p:cNvPr>
          <p:cNvSpPr>
            <a:spLocks xmlns:a="http://schemas.openxmlformats.org/drawingml/2006/main" noGrp="1"/>
          </p:cNvSpPr>
          <p:nvPr/>
        </p:nvSpPr>
        <p:spPr>
          <a:xfrm xmlns:a="http://schemas.openxmlformats.org/drawingml/2006/main">
            <a:off x="609600" y="570547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675B53"/>
                </a:solidFill>
                <a:latin typeface="Malgun Gothic"/>
                <a:ea typeface="Malgun Gothic"/>
                <a:cs typeface="Malgun Gothic"/>
              </a:defRPr>
            </a:pPr>
            <a:r>
              <a:rPr sz="1725" b="0">
                <a:solidFill>
                  <a:srgbClr val="675B53"/>
                </a:solidFill>
                <a:latin typeface="Malgun Gothic"/>
                <a:ea typeface="Malgun Gothic"/>
                <a:cs typeface="Malgun Gothic"/>
              </a:rPr>
              <a:t>진행 메모: 확인한 기능과 아직 확인하지 못한 효과를 분리합니다.</a:t>
            </a:r>
          </a:p>
        </p:txBody>
      </p:sp>
    </p:spTree>
    <p:extLst>
      <p:ext uri="{BB962C8B-B14F-4D97-AF65-F5344CB8AC3E}">
        <p14:creationId xmlns:p14="http://schemas.microsoft.com/office/powerpoint/2010/main" val="4913136"/>
      </p:ext>
    </p:extLst>
  </p:cSld>
</p:sld>
</file>

<file path=ppt/slides/slide11.xml><?xml version="1.0" encoding="utf-8"?>
<p:sld xmlns:p="http://schemas.openxmlformats.org/presentationml/2006/main">
  <p:cSld>
    <p:bg>
      <p:bgPr>
        <a:solidFill xmlns:a="http://schemas.openxmlformats.org/drawingml/2006/main">
          <a:srgbClr val="F4EFE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762583D-BA5F-4523-BD2B-5C6CFBDE311A}"/>
              </a:ext>
            </a:extLst>
          </p:cNvPr>
          <p:cNvSpPr>
            <a:spLocks xmlns:a="http://schemas.openxmlformats.org/drawingml/2006/main" noGrp="1"/>
          </p:cNvSpPr>
          <p:nvPr/>
        </p:nvSpPr>
        <p:spPr>
          <a:xfrm xmlns:a="http://schemas.openxmlformats.org/drawingml/2006/main">
            <a:off x="609600" y="36195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33231D"/>
                </a:solidFill>
                <a:latin typeface="Malgun Gothic"/>
                <a:ea typeface="Malgun Gothic"/>
                <a:cs typeface="Malgun Gothic"/>
              </a:defRPr>
            </a:pPr>
            <a:r>
              <a:rPr sz="3300" b="1">
                <a:solidFill>
                  <a:srgbClr val="33231D"/>
                </a:solidFill>
                <a:latin typeface="Malgun Gothic"/>
                <a:ea typeface="Malgun Gothic"/>
                <a:cs typeface="Malgun Gothic"/>
              </a:rPr>
              <a:t>11  느낀 점과 배운 점</a:t>
            </a:r>
          </a:p>
        </p:txBody>
      </p:sp>
      <p:sp>
        <p:nvSpPr>
          <p:cNvPr id="2" name="">
            <a:extLst xmlns:a="http://schemas.openxmlformats.org/drawingml/2006/main">
              <a:ext uri="{FF2B5EF4-FFF2-40B4-BE49-F238E27FC236}">
                <a16:creationId xmlns:a16="http://schemas.microsoft.com/office/drawing/2014/main" id="{3EF65EFE-5E8C-4286-AC36-57B10DC00BED}"/>
              </a:ext>
            </a:extLst>
          </p:cNvPr>
          <p:cNvSpPr>
            <a:spLocks xmlns:a="http://schemas.openxmlformats.org/drawingml/2006/main" noGrp="1"/>
          </p:cNvSpPr>
          <p:nvPr/>
        </p:nvSpPr>
        <p:spPr>
          <a:xfrm xmlns:a="http://schemas.openxmlformats.org/drawingml/2006/main">
            <a:off x="609600" y="12573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71513E"/>
                </a:solidFill>
                <a:latin typeface="Malgun Gothic"/>
                <a:ea typeface="Malgun Gothic"/>
                <a:cs typeface="Malgun Gothic"/>
              </a:defRPr>
            </a:pPr>
            <a:r>
              <a:rPr sz="1800" b="0">
                <a:solidFill>
                  <a:srgbClr val="71513E"/>
                </a:solidFill>
                <a:latin typeface="Malgun Gothic"/>
                <a:ea typeface="Malgun Gothic"/>
                <a:cs typeface="Malgun Gothic"/>
              </a:rPr>
              <a:t>발표자료 11장 / 5:15–5:45 / 30초</a:t>
            </a:r>
          </a:p>
        </p:txBody>
      </p:sp>
      <p:sp>
        <p:nvSpPr>
          <p:cNvPr id="3" name="">
            <a:extLst xmlns:a="http://schemas.openxmlformats.org/drawingml/2006/main">
              <a:ext uri="{FF2B5EF4-FFF2-40B4-BE49-F238E27FC236}">
                <a16:creationId xmlns:a16="http://schemas.microsoft.com/office/drawing/2014/main" id="{45122395-0A40-4D3D-A960-4142F10977CB}"/>
              </a:ext>
            </a:extLst>
          </p:cNvPr>
          <p:cNvSpPr>
            <a:spLocks xmlns:a="http://schemas.openxmlformats.org/drawingml/2006/main" noGrp="1"/>
          </p:cNvSpPr>
          <p:nvPr/>
        </p:nvSpPr>
        <p:spPr>
          <a:xfrm xmlns:a="http://schemas.openxmlformats.org/drawingml/2006/main">
            <a:off x="609600" y="1905000"/>
            <a:ext cx="109728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33231D"/>
                </a:solidFill>
                <a:latin typeface="Malgun Gothic"/>
                <a:ea typeface="Malgun Gothic"/>
                <a:cs typeface="Malgun Gothic"/>
              </a:defRPr>
            </a:pPr>
            <a:r>
              <a:rPr sz="2250" b="0">
                <a:solidFill>
                  <a:srgbClr val="33231D"/>
                </a:solidFill>
                <a:latin typeface="Malgun Gothic"/>
                <a:ea typeface="Malgun Gothic"/>
                <a:cs typeface="Malgun Gothic"/>
              </a:rPr>
              <a:t>가장 크게 배운 점은 AI 답변의 품질만 높여도 반복 사용이 생기지는 않는다는 것입니다. 사용자가 남긴 맥락을 안전하게 보관하고 다시 꺼낼 수 있어야 합니다. 또 기능을 많이 만드는 것보다 저장 실패와 복구 같은 신뢰 문제를 먼저 해결해야 했습니다. 데이터 수와 사용자 효과를 같은 증거처럼 말하지 않는 것도 중요했습니다.</a:t>
            </a:r>
          </a:p>
        </p:txBody>
      </p:sp>
      <p:sp>
        <p:nvSpPr>
          <p:cNvPr id="4" name="">
            <a:extLst xmlns:a="http://schemas.openxmlformats.org/drawingml/2006/main">
              <a:ext uri="{FF2B5EF4-FFF2-40B4-BE49-F238E27FC236}">
                <a16:creationId xmlns:a16="http://schemas.microsoft.com/office/drawing/2014/main" id="{7EDADFD3-782C-4F2D-AAFC-E0BA8FFF4374}"/>
              </a:ext>
            </a:extLst>
          </p:cNvPr>
          <p:cNvSpPr>
            <a:spLocks xmlns:a="http://schemas.openxmlformats.org/drawingml/2006/main" noGrp="1"/>
          </p:cNvSpPr>
          <p:nvPr/>
        </p:nvSpPr>
        <p:spPr>
          <a:xfrm xmlns:a="http://schemas.openxmlformats.org/drawingml/2006/main">
            <a:off x="609600" y="570547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675B53"/>
                </a:solidFill>
                <a:latin typeface="Malgun Gothic"/>
                <a:ea typeface="Malgun Gothic"/>
                <a:cs typeface="Malgun Gothic"/>
              </a:defRPr>
            </a:pPr>
            <a:r>
              <a:rPr sz="1725" b="0">
                <a:solidFill>
                  <a:srgbClr val="675B53"/>
                </a:solidFill>
                <a:latin typeface="Malgun Gothic"/>
                <a:ea typeface="Malgun Gothic"/>
                <a:cs typeface="Malgun Gothic"/>
              </a:rPr>
              <a:t>진행 메모: 제품 판단과 데이터 해석에서 배운 점을 본인의 말로 설명합니다.</a:t>
            </a:r>
          </a:p>
        </p:txBody>
      </p:sp>
    </p:spTree>
    <p:extLst>
      <p:ext uri="{BB962C8B-B14F-4D97-AF65-F5344CB8AC3E}">
        <p14:creationId xmlns:p14="http://schemas.microsoft.com/office/powerpoint/2010/main" val="1714238031"/>
      </p:ext>
    </p:extLst>
  </p:cSld>
</p:sld>
</file>

<file path=ppt/slides/slide12.xml><?xml version="1.0" encoding="utf-8"?>
<p:sld xmlns:p="http://schemas.openxmlformats.org/presentationml/2006/main">
  <p:cSld>
    <p:bg>
      <p:bgPr>
        <a:solidFill xmlns:a="http://schemas.openxmlformats.org/drawingml/2006/main">
          <a:srgbClr val="F4EFE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5A97066-72C9-4344-A271-51D387069E01}"/>
              </a:ext>
            </a:extLst>
          </p:cNvPr>
          <p:cNvSpPr>
            <a:spLocks xmlns:a="http://schemas.openxmlformats.org/drawingml/2006/main" noGrp="1"/>
          </p:cNvSpPr>
          <p:nvPr/>
        </p:nvSpPr>
        <p:spPr>
          <a:xfrm xmlns:a="http://schemas.openxmlformats.org/drawingml/2006/main">
            <a:off x="609600" y="36195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33231D"/>
                </a:solidFill>
                <a:latin typeface="Malgun Gothic"/>
                <a:ea typeface="Malgun Gothic"/>
                <a:cs typeface="Malgun Gothic"/>
              </a:defRPr>
            </a:pPr>
            <a:r>
              <a:rPr sz="3300" b="1">
                <a:solidFill>
                  <a:srgbClr val="33231D"/>
                </a:solidFill>
                <a:latin typeface="Malgun Gothic"/>
                <a:ea typeface="Malgun Gothic"/>
                <a:cs typeface="Malgun Gothic"/>
              </a:rPr>
              <a:t>12  배포와 다음 단계</a:t>
            </a:r>
          </a:p>
        </p:txBody>
      </p:sp>
      <p:sp>
        <p:nvSpPr>
          <p:cNvPr id="2" name="">
            <a:extLst xmlns:a="http://schemas.openxmlformats.org/drawingml/2006/main">
              <a:ext uri="{FF2B5EF4-FFF2-40B4-BE49-F238E27FC236}">
                <a16:creationId xmlns:a16="http://schemas.microsoft.com/office/drawing/2014/main" id="{4A5E88AB-7250-442F-9AF7-7B00E139DBF0}"/>
              </a:ext>
            </a:extLst>
          </p:cNvPr>
          <p:cNvSpPr>
            <a:spLocks xmlns:a="http://schemas.openxmlformats.org/drawingml/2006/main" noGrp="1"/>
          </p:cNvSpPr>
          <p:nvPr/>
        </p:nvSpPr>
        <p:spPr>
          <a:xfrm xmlns:a="http://schemas.openxmlformats.org/drawingml/2006/main">
            <a:off x="609600" y="12573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71513E"/>
                </a:solidFill>
                <a:latin typeface="Malgun Gothic"/>
                <a:ea typeface="Malgun Gothic"/>
                <a:cs typeface="Malgun Gothic"/>
              </a:defRPr>
            </a:pPr>
            <a:r>
              <a:rPr sz="1800" b="0">
                <a:solidFill>
                  <a:srgbClr val="71513E"/>
                </a:solidFill>
                <a:latin typeface="Malgun Gothic"/>
                <a:ea typeface="Malgun Gothic"/>
                <a:cs typeface="Malgun Gothic"/>
              </a:rPr>
              <a:t>발표자료 12장 / 5:45–6:05 / 20초</a:t>
            </a:r>
          </a:p>
        </p:txBody>
      </p:sp>
      <p:sp>
        <p:nvSpPr>
          <p:cNvPr id="3" name="">
            <a:extLst xmlns:a="http://schemas.openxmlformats.org/drawingml/2006/main">
              <a:ext uri="{FF2B5EF4-FFF2-40B4-BE49-F238E27FC236}">
                <a16:creationId xmlns:a16="http://schemas.microsoft.com/office/drawing/2014/main" id="{EAE607BC-61AC-41F0-AB72-799F054897EF}"/>
              </a:ext>
            </a:extLst>
          </p:cNvPr>
          <p:cNvSpPr>
            <a:spLocks xmlns:a="http://schemas.openxmlformats.org/drawingml/2006/main" noGrp="1"/>
          </p:cNvSpPr>
          <p:nvPr/>
        </p:nvSpPr>
        <p:spPr>
          <a:xfrm xmlns:a="http://schemas.openxmlformats.org/drawingml/2006/main">
            <a:off x="609600" y="1905000"/>
            <a:ext cx="109728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33231D"/>
                </a:solidFill>
                <a:latin typeface="Malgun Gothic"/>
                <a:ea typeface="Malgun Gothic"/>
                <a:cs typeface="Malgun Gothic"/>
              </a:defRPr>
            </a:pPr>
            <a:r>
              <a:rPr sz="2250" b="0">
                <a:solidFill>
                  <a:srgbClr val="33231D"/>
                </a:solidFill>
                <a:latin typeface="Malgun Gothic"/>
                <a:ea typeface="Malgun Gothic"/>
                <a:cs typeface="Malgun Gothic"/>
              </a:rPr>
              <a:t>서비스는 memoive.vercel.app에서 확인할 수 있고, 공개 저장소는 github.com/jhheo51-arch/memoive입니다. 제출한 GitHub 주소는 그대로 유지됩니다. 다음 단계는 저장 안정성을 계속 확인한 뒤, 실제 사용자가 기록을 결과물로 이어 쓰는 행동을 관찰하는 것입니다. 감사합니다.</a:t>
            </a:r>
          </a:p>
        </p:txBody>
      </p:sp>
      <p:sp>
        <p:nvSpPr>
          <p:cNvPr id="4" name="">
            <a:extLst xmlns:a="http://schemas.openxmlformats.org/drawingml/2006/main">
              <a:ext uri="{FF2B5EF4-FFF2-40B4-BE49-F238E27FC236}">
                <a16:creationId xmlns:a16="http://schemas.microsoft.com/office/drawing/2014/main" id="{AA5C10F4-0231-43E9-8D44-634E57C98741}"/>
              </a:ext>
            </a:extLst>
          </p:cNvPr>
          <p:cNvSpPr>
            <a:spLocks xmlns:a="http://schemas.openxmlformats.org/drawingml/2006/main" noGrp="1"/>
          </p:cNvSpPr>
          <p:nvPr/>
        </p:nvSpPr>
        <p:spPr>
          <a:xfrm xmlns:a="http://schemas.openxmlformats.org/drawingml/2006/main">
            <a:off x="609600" y="570547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675B53"/>
                </a:solidFill>
                <a:latin typeface="Malgun Gothic"/>
                <a:ea typeface="Malgun Gothic"/>
                <a:cs typeface="Malgun Gothic"/>
              </a:defRPr>
            </a:pPr>
            <a:r>
              <a:rPr sz="1725" b="0">
                <a:solidFill>
                  <a:srgbClr val="675B53"/>
                </a:solidFill>
                <a:latin typeface="Malgun Gothic"/>
                <a:ea typeface="Malgun Gothic"/>
                <a:cs typeface="Malgun Gothic"/>
              </a:rPr>
              <a:t>진행 메모: 서비스 화면을 직접 보여주고 GitHub 주소를 안내한 뒤 마칩니다.</a:t>
            </a:r>
          </a:p>
        </p:txBody>
      </p:sp>
    </p:spTree>
    <p:extLst>
      <p:ext uri="{BB962C8B-B14F-4D97-AF65-F5344CB8AC3E}">
        <p14:creationId xmlns:p14="http://schemas.microsoft.com/office/powerpoint/2010/main" val="75304488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2026-10-07T09:52:35.8280000Z</dcterms:created>
  <dcterms:modified xsi:type="dcterms:W3CDTF">2026-10-07T09:52:35.8280000Z</dcterms:modified>
</coreProperties>
</file>